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omputer Says No" charset="1" panose="00000400000000000000"/>
      <p:regular r:id="rId29"/>
    </p:embeddedFont>
    <p:embeddedFont>
      <p:font typeface="VT323" charset="1" panose="00000509000000000000"/>
      <p:regular r:id="rId30"/>
    </p:embeddedFont>
    <p:embeddedFont>
      <p:font typeface="Poppins Bold" charset="1" panose="00000800000000000000"/>
      <p:regular r:id="rId32"/>
    </p:embeddedFont>
    <p:embeddedFont>
      <p:font typeface="Montserrat" charset="1" panose="00000500000000000000"/>
      <p:regular r:id="rId33"/>
    </p:embeddedFont>
    <p:embeddedFont>
      <p:font typeface="Courier New" charset="1" panose="02070309020205020404"/>
      <p:regular r:id="rId34"/>
    </p:embeddedFont>
    <p:embeddedFont>
      <p:font typeface="Montserrat Bold" charset="1" panose="00000800000000000000"/>
      <p:regular r:id="rId35"/>
    </p:embeddedFont>
    <p:embeddedFont>
      <p:font typeface="Montserrat Italics" charset="1" panose="00000500000000000000"/>
      <p:regular r:id="rId36"/>
    </p:embeddedFont>
    <p:embeddedFont>
      <p:font typeface="Montserrat Bold Italics" charset="1" panose="00000800000000000000"/>
      <p:regular r:id="rId37"/>
    </p:embeddedFont>
    <p:embeddedFont>
      <p:font typeface="Courier New Bold" charset="1" panose="02070609020205020404"/>
      <p:regular r:id="rId38"/>
    </p:embeddedFont>
    <p:embeddedFont>
      <p:font typeface="Calibri (MS) Bold" charset="1" panose="020F0702030404030204"/>
      <p:regular r:id="rId39"/>
    </p:embeddedFont>
    <p:embeddedFont>
      <p:font typeface="Calibri (MS)" charset="1" panose="020F05020202040302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4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4.jpe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4.jpe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4.jpe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jpe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4.jpe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3.png" Type="http://schemas.openxmlformats.org/officeDocument/2006/relationships/image"/><Relationship Id="rId7" Target="../media/image14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4.jpe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3966" y="690162"/>
            <a:ext cx="11700067" cy="8906676"/>
          </a:xfrm>
          <a:custGeom>
            <a:avLst/>
            <a:gdLst/>
            <a:ahLst/>
            <a:cxnLst/>
            <a:rect r="r" b="b" t="t" l="l"/>
            <a:pathLst>
              <a:path h="8906676" w="11700067">
                <a:moveTo>
                  <a:pt x="0" y="0"/>
                </a:moveTo>
                <a:lnTo>
                  <a:pt x="11700068" y="0"/>
                </a:lnTo>
                <a:lnTo>
                  <a:pt x="11700068" y="8906676"/>
                </a:lnTo>
                <a:lnTo>
                  <a:pt x="0" y="89066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01531">
            <a:off x="14180469" y="2268535"/>
            <a:ext cx="1075409" cy="3139880"/>
          </a:xfrm>
          <a:custGeom>
            <a:avLst/>
            <a:gdLst/>
            <a:ahLst/>
            <a:cxnLst/>
            <a:rect r="r" b="b" t="t" l="l"/>
            <a:pathLst>
              <a:path h="3139880" w="1075409">
                <a:moveTo>
                  <a:pt x="0" y="0"/>
                </a:moveTo>
                <a:lnTo>
                  <a:pt x="1075409" y="0"/>
                </a:lnTo>
                <a:lnTo>
                  <a:pt x="1075409" y="3139880"/>
                </a:lnTo>
                <a:lnTo>
                  <a:pt x="0" y="31398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86288" y="7540228"/>
            <a:ext cx="2704784" cy="747504"/>
          </a:xfrm>
          <a:custGeom>
            <a:avLst/>
            <a:gdLst/>
            <a:ahLst/>
            <a:cxnLst/>
            <a:rect r="r" b="b" t="t" l="l"/>
            <a:pathLst>
              <a:path h="747504" w="2704784">
                <a:moveTo>
                  <a:pt x="0" y="0"/>
                </a:moveTo>
                <a:lnTo>
                  <a:pt x="2704784" y="0"/>
                </a:lnTo>
                <a:lnTo>
                  <a:pt x="2704784" y="747504"/>
                </a:lnTo>
                <a:lnTo>
                  <a:pt x="0" y="7475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26821" y="373926"/>
            <a:ext cx="693813" cy="1181415"/>
          </a:xfrm>
          <a:custGeom>
            <a:avLst/>
            <a:gdLst/>
            <a:ahLst/>
            <a:cxnLst/>
            <a:rect r="r" b="b" t="t" l="l"/>
            <a:pathLst>
              <a:path h="1181415" w="693813">
                <a:moveTo>
                  <a:pt x="0" y="0"/>
                </a:moveTo>
                <a:lnTo>
                  <a:pt x="693813" y="0"/>
                </a:lnTo>
                <a:lnTo>
                  <a:pt x="693813" y="1181415"/>
                </a:lnTo>
                <a:lnTo>
                  <a:pt x="0" y="11814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25431" y="368136"/>
            <a:ext cx="2064424" cy="2916518"/>
          </a:xfrm>
          <a:custGeom>
            <a:avLst/>
            <a:gdLst/>
            <a:ahLst/>
            <a:cxnLst/>
            <a:rect r="r" b="b" t="t" l="l"/>
            <a:pathLst>
              <a:path h="2916518" w="2064424">
                <a:moveTo>
                  <a:pt x="0" y="0"/>
                </a:moveTo>
                <a:lnTo>
                  <a:pt x="2064424" y="0"/>
                </a:lnTo>
                <a:lnTo>
                  <a:pt x="2064424" y="2916518"/>
                </a:lnTo>
                <a:lnTo>
                  <a:pt x="0" y="29165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9493" y="646520"/>
            <a:ext cx="1978174" cy="2013408"/>
          </a:xfrm>
          <a:custGeom>
            <a:avLst/>
            <a:gdLst/>
            <a:ahLst/>
            <a:cxnLst/>
            <a:rect r="r" b="b" t="t" l="l"/>
            <a:pathLst>
              <a:path h="2013408" w="1978174">
                <a:moveTo>
                  <a:pt x="0" y="0"/>
                </a:moveTo>
                <a:lnTo>
                  <a:pt x="1978173" y="0"/>
                </a:lnTo>
                <a:lnTo>
                  <a:pt x="1978173" y="2013409"/>
                </a:lnTo>
                <a:lnTo>
                  <a:pt x="0" y="20134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30046" y="1699710"/>
            <a:ext cx="9627909" cy="44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5199" spc="327">
                <a:solidFill>
                  <a:srgbClr val="F2F2F4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ALGORITMOS E ESTRUTURA DE DADOS I- T01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31997" y="8352130"/>
            <a:ext cx="4291827" cy="57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sz="6677" spc="166">
                <a:solidFill>
                  <a:srgbClr val="F2F2F4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GRUPO 12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587396" y="6153522"/>
            <a:ext cx="6197431" cy="3520916"/>
          </a:xfrm>
          <a:custGeom>
            <a:avLst/>
            <a:gdLst/>
            <a:ahLst/>
            <a:cxnLst/>
            <a:rect r="r" b="b" t="t" l="l"/>
            <a:pathLst>
              <a:path h="3520916" w="6197431">
                <a:moveTo>
                  <a:pt x="0" y="0"/>
                </a:moveTo>
                <a:lnTo>
                  <a:pt x="6197431" y="0"/>
                </a:lnTo>
                <a:lnTo>
                  <a:pt x="6197431" y="3520916"/>
                </a:lnTo>
                <a:lnTo>
                  <a:pt x="0" y="352091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03773" y="3188120"/>
            <a:ext cx="9880455" cy="489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52"/>
              </a:lnSpc>
            </a:pPr>
            <a:r>
              <a:rPr lang="en-US" sz="23621" spc="-1110">
                <a:solidFill>
                  <a:srgbClr val="9CFFFF"/>
                </a:solidFill>
                <a:latin typeface="VT323"/>
                <a:ea typeface="VT323"/>
                <a:cs typeface="VT323"/>
                <a:sym typeface="VT323"/>
              </a:rPr>
              <a:t>TV TUBO SIMULATOR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3966" y="690162"/>
            <a:ext cx="11700067" cy="8906676"/>
          </a:xfrm>
          <a:custGeom>
            <a:avLst/>
            <a:gdLst/>
            <a:ahLst/>
            <a:cxnLst/>
            <a:rect r="r" b="b" t="t" l="l"/>
            <a:pathLst>
              <a:path h="8906676" w="11700067">
                <a:moveTo>
                  <a:pt x="0" y="0"/>
                </a:moveTo>
                <a:lnTo>
                  <a:pt x="11700068" y="0"/>
                </a:lnTo>
                <a:lnTo>
                  <a:pt x="11700068" y="8906676"/>
                </a:lnTo>
                <a:lnTo>
                  <a:pt x="0" y="89066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01531">
            <a:off x="14180469" y="2268535"/>
            <a:ext cx="1075409" cy="3139880"/>
          </a:xfrm>
          <a:custGeom>
            <a:avLst/>
            <a:gdLst/>
            <a:ahLst/>
            <a:cxnLst/>
            <a:rect r="r" b="b" t="t" l="l"/>
            <a:pathLst>
              <a:path h="3139880" w="1075409">
                <a:moveTo>
                  <a:pt x="0" y="0"/>
                </a:moveTo>
                <a:lnTo>
                  <a:pt x="1075409" y="0"/>
                </a:lnTo>
                <a:lnTo>
                  <a:pt x="1075409" y="3139880"/>
                </a:lnTo>
                <a:lnTo>
                  <a:pt x="0" y="31398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86288" y="7540228"/>
            <a:ext cx="2704784" cy="747504"/>
          </a:xfrm>
          <a:custGeom>
            <a:avLst/>
            <a:gdLst/>
            <a:ahLst/>
            <a:cxnLst/>
            <a:rect r="r" b="b" t="t" l="l"/>
            <a:pathLst>
              <a:path h="747504" w="2704784">
                <a:moveTo>
                  <a:pt x="0" y="0"/>
                </a:moveTo>
                <a:lnTo>
                  <a:pt x="2704784" y="0"/>
                </a:lnTo>
                <a:lnTo>
                  <a:pt x="2704784" y="747504"/>
                </a:lnTo>
                <a:lnTo>
                  <a:pt x="0" y="7475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26821" y="373926"/>
            <a:ext cx="693813" cy="1181415"/>
          </a:xfrm>
          <a:custGeom>
            <a:avLst/>
            <a:gdLst/>
            <a:ahLst/>
            <a:cxnLst/>
            <a:rect r="r" b="b" t="t" l="l"/>
            <a:pathLst>
              <a:path h="1181415" w="693813">
                <a:moveTo>
                  <a:pt x="0" y="0"/>
                </a:moveTo>
                <a:lnTo>
                  <a:pt x="693813" y="0"/>
                </a:lnTo>
                <a:lnTo>
                  <a:pt x="693813" y="1181415"/>
                </a:lnTo>
                <a:lnTo>
                  <a:pt x="0" y="11814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25431" y="368136"/>
            <a:ext cx="2064424" cy="2916518"/>
          </a:xfrm>
          <a:custGeom>
            <a:avLst/>
            <a:gdLst/>
            <a:ahLst/>
            <a:cxnLst/>
            <a:rect r="r" b="b" t="t" l="l"/>
            <a:pathLst>
              <a:path h="2916518" w="2064424">
                <a:moveTo>
                  <a:pt x="0" y="0"/>
                </a:moveTo>
                <a:lnTo>
                  <a:pt x="2064424" y="0"/>
                </a:lnTo>
                <a:lnTo>
                  <a:pt x="2064424" y="2916518"/>
                </a:lnTo>
                <a:lnTo>
                  <a:pt x="0" y="29165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9493" y="646520"/>
            <a:ext cx="1978174" cy="2013408"/>
          </a:xfrm>
          <a:custGeom>
            <a:avLst/>
            <a:gdLst/>
            <a:ahLst/>
            <a:cxnLst/>
            <a:rect r="r" b="b" t="t" l="l"/>
            <a:pathLst>
              <a:path h="2013408" w="1978174">
                <a:moveTo>
                  <a:pt x="0" y="0"/>
                </a:moveTo>
                <a:lnTo>
                  <a:pt x="1978173" y="0"/>
                </a:lnTo>
                <a:lnTo>
                  <a:pt x="1978173" y="2013409"/>
                </a:lnTo>
                <a:lnTo>
                  <a:pt x="0" y="20134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87396" y="6153522"/>
            <a:ext cx="6197431" cy="3520916"/>
          </a:xfrm>
          <a:custGeom>
            <a:avLst/>
            <a:gdLst/>
            <a:ahLst/>
            <a:cxnLst/>
            <a:rect r="r" b="b" t="t" l="l"/>
            <a:pathLst>
              <a:path h="3520916" w="6197431">
                <a:moveTo>
                  <a:pt x="0" y="0"/>
                </a:moveTo>
                <a:lnTo>
                  <a:pt x="6197431" y="0"/>
                </a:lnTo>
                <a:lnTo>
                  <a:pt x="6197431" y="3520916"/>
                </a:lnTo>
                <a:lnTo>
                  <a:pt x="0" y="352091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37692" y="1697500"/>
            <a:ext cx="9612617" cy="109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49"/>
              </a:lnSpc>
              <a:spcBef>
                <a:spcPct val="0"/>
              </a:spcBef>
            </a:pPr>
            <a:r>
              <a:rPr lang="en-US" sz="12898" spc="812">
                <a:solidFill>
                  <a:srgbClr val="9C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INTEGRANTES: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74651" y="3088776"/>
            <a:ext cx="8338699" cy="4647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3"/>
              </a:lnSpc>
              <a:spcBef>
                <a:spcPct val="0"/>
              </a:spcBef>
            </a:pPr>
            <a:r>
              <a:rPr lang="en-US" sz="5259" spc="331">
                <a:solidFill>
                  <a:srgbClr val="F2F2F4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ARTHUR DE AZEVEDO GRAZZIA</a:t>
            </a:r>
          </a:p>
          <a:p>
            <a:pPr algn="ctr">
              <a:lnSpc>
                <a:spcPts val="7363"/>
              </a:lnSpc>
              <a:spcBef>
                <a:spcPct val="0"/>
              </a:spcBef>
            </a:pPr>
            <a:r>
              <a:rPr lang="en-US" sz="5259" spc="331">
                <a:solidFill>
                  <a:srgbClr val="F2F2F4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JOÃO HERMAN SOUZA DE ARAÚJO</a:t>
            </a:r>
          </a:p>
          <a:p>
            <a:pPr algn="ctr">
              <a:lnSpc>
                <a:spcPts val="7363"/>
              </a:lnSpc>
              <a:spcBef>
                <a:spcPct val="0"/>
              </a:spcBef>
            </a:pPr>
            <a:r>
              <a:rPr lang="en-US" sz="5259" spc="331">
                <a:solidFill>
                  <a:srgbClr val="F2F2F4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JOÃO VITOR VITAL LEÃO</a:t>
            </a:r>
          </a:p>
          <a:p>
            <a:pPr algn="ctr">
              <a:lnSpc>
                <a:spcPts val="7363"/>
              </a:lnSpc>
              <a:spcBef>
                <a:spcPct val="0"/>
              </a:spcBef>
            </a:pPr>
            <a:r>
              <a:rPr lang="en-US" sz="5259" spc="331">
                <a:solidFill>
                  <a:srgbClr val="F2F2F4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RENATO VELOSO PIRES FILHO</a:t>
            </a:r>
          </a:p>
          <a:p>
            <a:pPr algn="ctr">
              <a:lnSpc>
                <a:spcPts val="7363"/>
              </a:lnSpc>
              <a:spcBef>
                <a:spcPct val="0"/>
              </a:spcBef>
            </a:pPr>
            <a:r>
              <a:rPr lang="en-US" sz="5259" spc="331">
                <a:solidFill>
                  <a:srgbClr val="F2F2F4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WILSON FERNANDES CARNEIRO JÚNIOR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31997" y="8352130"/>
            <a:ext cx="4291827" cy="57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sz="6677" spc="166">
                <a:solidFill>
                  <a:srgbClr val="F2F2F4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GRUPO 12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37286" y="-1825215"/>
            <a:ext cx="11793338" cy="7474028"/>
          </a:xfrm>
          <a:custGeom>
            <a:avLst/>
            <a:gdLst/>
            <a:ahLst/>
            <a:cxnLst/>
            <a:rect r="r" b="b" t="t" l="l"/>
            <a:pathLst>
              <a:path h="7474028" w="11793338">
                <a:moveTo>
                  <a:pt x="0" y="0"/>
                </a:moveTo>
                <a:lnTo>
                  <a:pt x="11793338" y="0"/>
                </a:lnTo>
                <a:lnTo>
                  <a:pt x="11793338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646765" y="9455468"/>
            <a:ext cx="1675465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01942" y="1602715"/>
            <a:ext cx="11773154" cy="95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sz="6500" b="true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O QUE É UMA TV DE TUBO?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670229"/>
            <a:ext cx="501016" cy="483708"/>
          </a:xfrm>
          <a:custGeom>
            <a:avLst/>
            <a:gdLst/>
            <a:ahLst/>
            <a:cxnLst/>
            <a:rect r="r" b="b" t="t" l="l"/>
            <a:pathLst>
              <a:path h="483708" w="501016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0983" y="672465"/>
            <a:ext cx="345936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TV TUBO SIMULATOR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01942" y="3087345"/>
            <a:ext cx="9184757" cy="5372653"/>
            <a:chOff x="0" y="0"/>
            <a:chExt cx="12246342" cy="716353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85066" y="2575395"/>
              <a:ext cx="11704172" cy="7788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22"/>
                </a:lnSpc>
              </a:pPr>
              <a:r>
                <a:rPr lang="en-US" sz="3964" b="tru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Fósforo luminescente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21193"/>
              <a:ext cx="12161276" cy="10890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29"/>
                </a:lnSpc>
              </a:pP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 feixe percorre a tela da esquerda para a direita, linha por linha — do topo até a base.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9050"/>
              <a:ext cx="11704172" cy="7788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22"/>
                </a:lnSpc>
              </a:pPr>
              <a:r>
                <a:rPr lang="en-US" sz="3964" b="tru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Canhão de Elétrons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5066" y="3532766"/>
              <a:ext cx="12161276" cy="10846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29"/>
                </a:lnSpc>
              </a:pP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Cada po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 d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te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brilha ao ser excitado e vai apagando gradualmente até o feixe voltar.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85066" y="6078865"/>
              <a:ext cx="12076211" cy="10846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29"/>
                </a:lnSpc>
              </a:pP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atua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z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ação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sequ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cria listras 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isív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is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nt</a:t>
              </a:r>
              <a:r>
                <a:rPr lang="en-US" sz="237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 frames — o efeito visual característico.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85066" y="5182588"/>
              <a:ext cx="11704172" cy="7788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22"/>
                </a:lnSpc>
              </a:pPr>
              <a:r>
                <a:rPr lang="en-US" sz="3964" b="tru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Efeito de varredura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6930" y="2553945"/>
            <a:ext cx="7731757" cy="7322701"/>
            <a:chOff x="0" y="0"/>
            <a:chExt cx="10309009" cy="976360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309009" cy="7870609"/>
              <a:chOff x="0" y="0"/>
              <a:chExt cx="10309009" cy="787060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308971" cy="7870571"/>
              </a:xfrm>
              <a:custGeom>
                <a:avLst/>
                <a:gdLst/>
                <a:ahLst/>
                <a:cxnLst/>
                <a:rect r="r" b="b" t="t" l="l"/>
                <a:pathLst>
                  <a:path h="7870571" w="10308971">
                    <a:moveTo>
                      <a:pt x="0" y="368935"/>
                    </a:moveTo>
                    <a:cubicBezTo>
                      <a:pt x="0" y="165227"/>
                      <a:pt x="165227" y="0"/>
                      <a:pt x="368935" y="0"/>
                    </a:cubicBezTo>
                    <a:lnTo>
                      <a:pt x="9940036" y="0"/>
                    </a:lnTo>
                    <a:cubicBezTo>
                      <a:pt x="10143871" y="0"/>
                      <a:pt x="10308971" y="165227"/>
                      <a:pt x="10308971" y="368935"/>
                    </a:cubicBezTo>
                    <a:lnTo>
                      <a:pt x="10308971" y="7501636"/>
                    </a:lnTo>
                    <a:cubicBezTo>
                      <a:pt x="10308971" y="7705471"/>
                      <a:pt x="10143744" y="7870571"/>
                      <a:pt x="9940036" y="7870571"/>
                    </a:cubicBezTo>
                    <a:lnTo>
                      <a:pt x="368935" y="7870571"/>
                    </a:lnTo>
                    <a:cubicBezTo>
                      <a:pt x="165227" y="7870571"/>
                      <a:pt x="0" y="7705471"/>
                      <a:pt x="0" y="7501636"/>
                    </a:cubicBezTo>
                    <a:close/>
                  </a:path>
                </a:pathLst>
              </a:custGeom>
              <a:solidFill>
                <a:srgbClr val="0F1A0F"/>
              </a:solidFill>
              <a:ln w="50800" cap="sq">
                <a:solidFill>
                  <a:srgbClr val="FFFFFF"/>
                </a:solidFill>
                <a:prstDash val="solid"/>
                <a:miter/>
              </a:ln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626542" y="504622"/>
              <a:ext cx="9055951" cy="6129871"/>
              <a:chOff x="0" y="0"/>
              <a:chExt cx="9055951" cy="612987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055989" cy="6129909"/>
              </a:xfrm>
              <a:custGeom>
                <a:avLst/>
                <a:gdLst/>
                <a:ahLst/>
                <a:cxnLst/>
                <a:rect r="r" b="b" t="t" l="l"/>
                <a:pathLst>
                  <a:path h="6129909" w="9055989">
                    <a:moveTo>
                      <a:pt x="0" y="0"/>
                    </a:moveTo>
                    <a:lnTo>
                      <a:pt x="9055989" y="0"/>
                    </a:lnTo>
                    <a:lnTo>
                      <a:pt x="9055989" y="6129909"/>
                    </a:lnTo>
                    <a:lnTo>
                      <a:pt x="0" y="6129909"/>
                    </a:lnTo>
                    <a:close/>
                  </a:path>
                </a:pathLst>
              </a:custGeom>
              <a:solidFill>
                <a:srgbClr val="050505"/>
              </a:solidFill>
              <a:ln w="254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748462" y="748462"/>
              <a:ext cx="8812111" cy="385699"/>
              <a:chOff x="0" y="0"/>
              <a:chExt cx="8812111" cy="38569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812149" cy="385699"/>
              </a:xfrm>
              <a:custGeom>
                <a:avLst/>
                <a:gdLst/>
                <a:ahLst/>
                <a:cxnLst/>
                <a:rect r="r" b="b" t="t" l="l"/>
                <a:pathLst>
                  <a:path h="385699" w="8812149">
                    <a:moveTo>
                      <a:pt x="0" y="0"/>
                    </a:moveTo>
                    <a:lnTo>
                      <a:pt x="8812149" y="0"/>
                    </a:lnTo>
                    <a:lnTo>
                      <a:pt x="8812149" y="385699"/>
                    </a:lnTo>
                    <a:lnTo>
                      <a:pt x="0" y="385699"/>
                    </a:lnTo>
                    <a:close/>
                  </a:path>
                </a:pathLst>
              </a:custGeom>
              <a:solidFill>
                <a:srgbClr val="08719E"/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748462" y="1149058"/>
              <a:ext cx="8812111" cy="385699"/>
              <a:chOff x="0" y="0"/>
              <a:chExt cx="8812111" cy="38569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812149" cy="385699"/>
              </a:xfrm>
              <a:custGeom>
                <a:avLst/>
                <a:gdLst/>
                <a:ahLst/>
                <a:cxnLst/>
                <a:rect r="r" b="b" t="t" l="l"/>
                <a:pathLst>
                  <a:path h="385699" w="8812149">
                    <a:moveTo>
                      <a:pt x="0" y="0"/>
                    </a:moveTo>
                    <a:lnTo>
                      <a:pt x="8812149" y="0"/>
                    </a:lnTo>
                    <a:lnTo>
                      <a:pt x="8812149" y="385699"/>
                    </a:lnTo>
                    <a:lnTo>
                      <a:pt x="0" y="385699"/>
                    </a:lnTo>
                    <a:close/>
                  </a:path>
                </a:pathLst>
              </a:custGeom>
              <a:solidFill>
                <a:srgbClr val="08719E"/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748462" y="1549641"/>
              <a:ext cx="8812111" cy="385699"/>
              <a:chOff x="0" y="0"/>
              <a:chExt cx="8812111" cy="38569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812149" cy="385699"/>
              </a:xfrm>
              <a:custGeom>
                <a:avLst/>
                <a:gdLst/>
                <a:ahLst/>
                <a:cxnLst/>
                <a:rect r="r" b="b" t="t" l="l"/>
                <a:pathLst>
                  <a:path h="385699" w="8812149">
                    <a:moveTo>
                      <a:pt x="0" y="0"/>
                    </a:moveTo>
                    <a:lnTo>
                      <a:pt x="8812149" y="0"/>
                    </a:lnTo>
                    <a:lnTo>
                      <a:pt x="8812149" y="385699"/>
                    </a:lnTo>
                    <a:lnTo>
                      <a:pt x="0" y="385699"/>
                    </a:lnTo>
                    <a:close/>
                  </a:path>
                </a:pathLst>
              </a:custGeom>
              <a:solidFill>
                <a:srgbClr val="08719E"/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748462" y="1950237"/>
              <a:ext cx="8812111" cy="385699"/>
              <a:chOff x="0" y="0"/>
              <a:chExt cx="8812111" cy="38569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812149" cy="385699"/>
              </a:xfrm>
              <a:custGeom>
                <a:avLst/>
                <a:gdLst/>
                <a:ahLst/>
                <a:cxnLst/>
                <a:rect r="r" b="b" t="t" l="l"/>
                <a:pathLst>
                  <a:path h="385699" w="8812149">
                    <a:moveTo>
                      <a:pt x="0" y="0"/>
                    </a:moveTo>
                    <a:lnTo>
                      <a:pt x="8812149" y="0"/>
                    </a:lnTo>
                    <a:lnTo>
                      <a:pt x="8812149" y="385699"/>
                    </a:lnTo>
                    <a:lnTo>
                      <a:pt x="0" y="385699"/>
                    </a:lnTo>
                    <a:close/>
                  </a:path>
                </a:pathLst>
              </a:custGeom>
              <a:solidFill>
                <a:srgbClr val="08719E"/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748462" y="2350833"/>
              <a:ext cx="8812111" cy="385699"/>
              <a:chOff x="0" y="0"/>
              <a:chExt cx="8812111" cy="38569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812149" cy="385699"/>
              </a:xfrm>
              <a:custGeom>
                <a:avLst/>
                <a:gdLst/>
                <a:ahLst/>
                <a:cxnLst/>
                <a:rect r="r" b="b" t="t" l="l"/>
                <a:pathLst>
                  <a:path h="385699" w="8812149">
                    <a:moveTo>
                      <a:pt x="0" y="0"/>
                    </a:moveTo>
                    <a:lnTo>
                      <a:pt x="8812149" y="0"/>
                    </a:lnTo>
                    <a:lnTo>
                      <a:pt x="8812149" y="385699"/>
                    </a:lnTo>
                    <a:lnTo>
                      <a:pt x="0" y="385699"/>
                    </a:lnTo>
                    <a:close/>
                  </a:path>
                </a:pathLst>
              </a:custGeom>
              <a:solidFill>
                <a:srgbClr val="08719E"/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748462" y="2751430"/>
              <a:ext cx="8812111" cy="385699"/>
              <a:chOff x="0" y="0"/>
              <a:chExt cx="8812111" cy="38569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812149" cy="385699"/>
              </a:xfrm>
              <a:custGeom>
                <a:avLst/>
                <a:gdLst/>
                <a:ahLst/>
                <a:cxnLst/>
                <a:rect r="r" b="b" t="t" l="l"/>
                <a:pathLst>
                  <a:path h="385699" w="8812149">
                    <a:moveTo>
                      <a:pt x="0" y="0"/>
                    </a:moveTo>
                    <a:lnTo>
                      <a:pt x="8812149" y="0"/>
                    </a:lnTo>
                    <a:lnTo>
                      <a:pt x="8812149" y="385699"/>
                    </a:lnTo>
                    <a:lnTo>
                      <a:pt x="0" y="385699"/>
                    </a:lnTo>
                    <a:close/>
                  </a:path>
                </a:pathLst>
              </a:custGeom>
              <a:solidFill>
                <a:srgbClr val="08719E"/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748462" y="3152026"/>
              <a:ext cx="8812111" cy="385699"/>
              <a:chOff x="0" y="0"/>
              <a:chExt cx="8812111" cy="385699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812149" cy="385699"/>
              </a:xfrm>
              <a:custGeom>
                <a:avLst/>
                <a:gdLst/>
                <a:ahLst/>
                <a:cxnLst/>
                <a:rect r="r" b="b" t="t" l="l"/>
                <a:pathLst>
                  <a:path h="385699" w="8812149">
                    <a:moveTo>
                      <a:pt x="0" y="0"/>
                    </a:moveTo>
                    <a:lnTo>
                      <a:pt x="8812149" y="0"/>
                    </a:lnTo>
                    <a:lnTo>
                      <a:pt x="8812149" y="385699"/>
                    </a:lnTo>
                    <a:lnTo>
                      <a:pt x="0" y="385699"/>
                    </a:lnTo>
                    <a:close/>
                  </a:path>
                </a:pathLst>
              </a:custGeom>
              <a:solidFill>
                <a:srgbClr val="666666">
                  <a:alpha val="15686"/>
                </a:srgbClr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748462" y="3552622"/>
              <a:ext cx="8812111" cy="385699"/>
              <a:chOff x="0" y="0"/>
              <a:chExt cx="8812111" cy="38569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812149" cy="385699"/>
              </a:xfrm>
              <a:custGeom>
                <a:avLst/>
                <a:gdLst/>
                <a:ahLst/>
                <a:cxnLst/>
                <a:rect r="r" b="b" t="t" l="l"/>
                <a:pathLst>
                  <a:path h="385699" w="8812149">
                    <a:moveTo>
                      <a:pt x="0" y="0"/>
                    </a:moveTo>
                    <a:lnTo>
                      <a:pt x="8812149" y="0"/>
                    </a:lnTo>
                    <a:lnTo>
                      <a:pt x="8812149" y="385699"/>
                    </a:lnTo>
                    <a:lnTo>
                      <a:pt x="0" y="385699"/>
                    </a:lnTo>
                    <a:close/>
                  </a:path>
                </a:pathLst>
              </a:custGeom>
              <a:solidFill>
                <a:srgbClr val="666666">
                  <a:alpha val="15686"/>
                </a:srgbClr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748462" y="3953218"/>
              <a:ext cx="8812111" cy="385699"/>
              <a:chOff x="0" y="0"/>
              <a:chExt cx="8812111" cy="38569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812149" cy="385699"/>
              </a:xfrm>
              <a:custGeom>
                <a:avLst/>
                <a:gdLst/>
                <a:ahLst/>
                <a:cxnLst/>
                <a:rect r="r" b="b" t="t" l="l"/>
                <a:pathLst>
                  <a:path h="385699" w="8812149">
                    <a:moveTo>
                      <a:pt x="0" y="0"/>
                    </a:moveTo>
                    <a:lnTo>
                      <a:pt x="8812149" y="0"/>
                    </a:lnTo>
                    <a:lnTo>
                      <a:pt x="8812149" y="385699"/>
                    </a:lnTo>
                    <a:lnTo>
                      <a:pt x="0" y="385699"/>
                    </a:lnTo>
                    <a:close/>
                  </a:path>
                </a:pathLst>
              </a:custGeom>
              <a:solidFill>
                <a:srgbClr val="666666">
                  <a:alpha val="15686"/>
                </a:srgbClr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748462" y="4353801"/>
              <a:ext cx="8812111" cy="385699"/>
              <a:chOff x="0" y="0"/>
              <a:chExt cx="8812111" cy="385699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812149" cy="385699"/>
              </a:xfrm>
              <a:custGeom>
                <a:avLst/>
                <a:gdLst/>
                <a:ahLst/>
                <a:cxnLst/>
                <a:rect r="r" b="b" t="t" l="l"/>
                <a:pathLst>
                  <a:path h="385699" w="8812149">
                    <a:moveTo>
                      <a:pt x="0" y="0"/>
                    </a:moveTo>
                    <a:lnTo>
                      <a:pt x="8812149" y="0"/>
                    </a:lnTo>
                    <a:lnTo>
                      <a:pt x="8812149" y="385699"/>
                    </a:lnTo>
                    <a:lnTo>
                      <a:pt x="0" y="385699"/>
                    </a:lnTo>
                    <a:close/>
                  </a:path>
                </a:pathLst>
              </a:custGeom>
              <a:solidFill>
                <a:srgbClr val="666666">
                  <a:alpha val="15686"/>
                </a:srgbClr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748462" y="4754397"/>
              <a:ext cx="8812111" cy="385699"/>
              <a:chOff x="0" y="0"/>
              <a:chExt cx="8812111" cy="38569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812149" cy="385699"/>
              </a:xfrm>
              <a:custGeom>
                <a:avLst/>
                <a:gdLst/>
                <a:ahLst/>
                <a:cxnLst/>
                <a:rect r="r" b="b" t="t" l="l"/>
                <a:pathLst>
                  <a:path h="385699" w="8812149">
                    <a:moveTo>
                      <a:pt x="0" y="0"/>
                    </a:moveTo>
                    <a:lnTo>
                      <a:pt x="8812149" y="0"/>
                    </a:lnTo>
                    <a:lnTo>
                      <a:pt x="8812149" y="385699"/>
                    </a:lnTo>
                    <a:lnTo>
                      <a:pt x="0" y="385699"/>
                    </a:lnTo>
                    <a:close/>
                  </a:path>
                </a:pathLst>
              </a:custGeom>
              <a:solidFill>
                <a:srgbClr val="666666">
                  <a:alpha val="15686"/>
                </a:srgbClr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748462" y="5154994"/>
              <a:ext cx="8812111" cy="385699"/>
              <a:chOff x="0" y="0"/>
              <a:chExt cx="8812111" cy="385699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812149" cy="385699"/>
              </a:xfrm>
              <a:custGeom>
                <a:avLst/>
                <a:gdLst/>
                <a:ahLst/>
                <a:cxnLst/>
                <a:rect r="r" b="b" t="t" l="l"/>
                <a:pathLst>
                  <a:path h="385699" w="8812149">
                    <a:moveTo>
                      <a:pt x="0" y="0"/>
                    </a:moveTo>
                    <a:lnTo>
                      <a:pt x="8812149" y="0"/>
                    </a:lnTo>
                    <a:lnTo>
                      <a:pt x="8812149" y="385699"/>
                    </a:lnTo>
                    <a:lnTo>
                      <a:pt x="0" y="385699"/>
                    </a:lnTo>
                    <a:close/>
                  </a:path>
                </a:pathLst>
              </a:custGeom>
              <a:solidFill>
                <a:srgbClr val="666666">
                  <a:alpha val="15686"/>
                </a:srgbClr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748462" y="5555590"/>
              <a:ext cx="8812111" cy="385699"/>
              <a:chOff x="0" y="0"/>
              <a:chExt cx="8812111" cy="385699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812149" cy="385699"/>
              </a:xfrm>
              <a:custGeom>
                <a:avLst/>
                <a:gdLst/>
                <a:ahLst/>
                <a:cxnLst/>
                <a:rect r="r" b="b" t="t" l="l"/>
                <a:pathLst>
                  <a:path h="385699" w="8812149">
                    <a:moveTo>
                      <a:pt x="0" y="0"/>
                    </a:moveTo>
                    <a:lnTo>
                      <a:pt x="8812149" y="0"/>
                    </a:lnTo>
                    <a:lnTo>
                      <a:pt x="8812149" y="385699"/>
                    </a:lnTo>
                    <a:lnTo>
                      <a:pt x="0" y="385699"/>
                    </a:lnTo>
                    <a:close/>
                  </a:path>
                </a:pathLst>
              </a:custGeom>
              <a:solidFill>
                <a:srgbClr val="666666">
                  <a:alpha val="15686"/>
                </a:srgbClr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748462" y="5956186"/>
              <a:ext cx="8812111" cy="385699"/>
              <a:chOff x="0" y="0"/>
              <a:chExt cx="8812111" cy="38569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812149" cy="385699"/>
              </a:xfrm>
              <a:custGeom>
                <a:avLst/>
                <a:gdLst/>
                <a:ahLst/>
                <a:cxnLst/>
                <a:rect r="r" b="b" t="t" l="l"/>
                <a:pathLst>
                  <a:path h="385699" w="8812149">
                    <a:moveTo>
                      <a:pt x="0" y="0"/>
                    </a:moveTo>
                    <a:lnTo>
                      <a:pt x="8812149" y="0"/>
                    </a:lnTo>
                    <a:lnTo>
                      <a:pt x="8812149" y="385699"/>
                    </a:lnTo>
                    <a:lnTo>
                      <a:pt x="0" y="385699"/>
                    </a:lnTo>
                    <a:close/>
                  </a:path>
                </a:pathLst>
              </a:custGeom>
              <a:solidFill>
                <a:srgbClr val="666666">
                  <a:alpha val="15686"/>
                </a:srgbClr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748462" y="3152026"/>
              <a:ext cx="8812111" cy="180175"/>
              <a:chOff x="0" y="0"/>
              <a:chExt cx="8812111" cy="180175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812149" cy="180213"/>
              </a:xfrm>
              <a:custGeom>
                <a:avLst/>
                <a:gdLst/>
                <a:ahLst/>
                <a:cxnLst/>
                <a:rect r="r" b="b" t="t" l="l"/>
                <a:pathLst>
                  <a:path h="180213" w="8812149">
                    <a:moveTo>
                      <a:pt x="0" y="0"/>
                    </a:moveTo>
                    <a:lnTo>
                      <a:pt x="8812149" y="0"/>
                    </a:lnTo>
                    <a:lnTo>
                      <a:pt x="8812149" y="180213"/>
                    </a:lnTo>
                    <a:lnTo>
                      <a:pt x="0" y="180213"/>
                    </a:lnTo>
                    <a:close/>
                  </a:path>
                </a:pathLst>
              </a:custGeom>
              <a:solidFill>
                <a:srgbClr val="FFB000">
                  <a:alpha val="63922"/>
                </a:srgbClr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1009225" y="7883309"/>
              <a:ext cx="8290560" cy="1880292"/>
              <a:chOff x="0" y="0"/>
              <a:chExt cx="8290560" cy="188029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290560" cy="1880292"/>
              </a:xfrm>
              <a:custGeom>
                <a:avLst/>
                <a:gdLst/>
                <a:ahLst/>
                <a:cxnLst/>
                <a:rect r="r" b="b" t="t" l="l"/>
                <a:pathLst>
                  <a:path h="1880292" w="8290560">
                    <a:moveTo>
                      <a:pt x="0" y="0"/>
                    </a:moveTo>
                    <a:lnTo>
                      <a:pt x="8290560" y="0"/>
                    </a:lnTo>
                    <a:lnTo>
                      <a:pt x="8290560" y="1880292"/>
                    </a:lnTo>
                    <a:lnTo>
                      <a:pt x="0" y="1880292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53492" r="0" b="-18333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9525"/>
                <a:ext cx="8290560" cy="188981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9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varredura</a:t>
                </a:r>
              </a:p>
              <a:p>
                <a:pPr algn="ctr">
                  <a:lnSpc>
                    <a:spcPts val="29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sequencial</a:t>
                </a:r>
              </a:p>
              <a:p>
                <a:pPr algn="ctr">
                  <a:lnSpc>
                    <a:spcPts val="2999"/>
                  </a:lnSpc>
                </a:pPr>
                <a:r>
                  <a:rPr lang="en-US" sz="2499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(linha por linha)</a:t>
                </a:r>
              </a:p>
            </p:txBody>
          </p:sp>
        </p:grpSp>
      </p:grpSp>
      <p:grpSp>
        <p:nvGrpSpPr>
          <p:cNvPr name="Group 52" id="52"/>
          <p:cNvGrpSpPr/>
          <p:nvPr/>
        </p:nvGrpSpPr>
        <p:grpSpPr>
          <a:xfrm rot="0">
            <a:off x="15430500" y="8459998"/>
            <a:ext cx="3657600" cy="512064"/>
            <a:chOff x="0" y="0"/>
            <a:chExt cx="4876800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876800" cy="682752"/>
            </a:xfrm>
            <a:custGeom>
              <a:avLst/>
              <a:gdLst/>
              <a:ahLst/>
              <a:cxnLst/>
              <a:rect r="r" b="b" t="t" l="l"/>
              <a:pathLst>
                <a:path h="6827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48768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B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*</a:t>
              </a:r>
              <a:r>
                <a:rPr lang="en-US" sz="1800">
                  <a:solidFill>
                    <a:srgbClr val="FFB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feixe de elétrons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24597" y="-2330528"/>
            <a:ext cx="11793338" cy="7474028"/>
          </a:xfrm>
          <a:custGeom>
            <a:avLst/>
            <a:gdLst/>
            <a:ahLst/>
            <a:cxnLst/>
            <a:rect r="r" b="b" t="t" l="l"/>
            <a:pathLst>
              <a:path h="7474028" w="11793338">
                <a:moveTo>
                  <a:pt x="0" y="0"/>
                </a:moveTo>
                <a:lnTo>
                  <a:pt x="11793338" y="0"/>
                </a:lnTo>
                <a:lnTo>
                  <a:pt x="11793338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646765" y="9455468"/>
            <a:ext cx="1675465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362631" y="-3567786"/>
            <a:ext cx="11793338" cy="7474028"/>
          </a:xfrm>
          <a:custGeom>
            <a:avLst/>
            <a:gdLst/>
            <a:ahLst/>
            <a:cxnLst/>
            <a:rect r="r" b="b" t="t" l="l"/>
            <a:pathLst>
              <a:path h="7474028" w="11793338">
                <a:moveTo>
                  <a:pt x="0" y="0"/>
                </a:moveTo>
                <a:lnTo>
                  <a:pt x="11793338" y="0"/>
                </a:lnTo>
                <a:lnTo>
                  <a:pt x="11793338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49583" y="1254083"/>
            <a:ext cx="3849236" cy="3331339"/>
          </a:xfrm>
          <a:custGeom>
            <a:avLst/>
            <a:gdLst/>
            <a:ahLst/>
            <a:cxnLst/>
            <a:rect r="r" b="b" t="t" l="l"/>
            <a:pathLst>
              <a:path h="3331339" w="3849236">
                <a:moveTo>
                  <a:pt x="0" y="0"/>
                </a:moveTo>
                <a:lnTo>
                  <a:pt x="3849236" y="0"/>
                </a:lnTo>
                <a:lnTo>
                  <a:pt x="3849236" y="3331339"/>
                </a:lnTo>
                <a:lnTo>
                  <a:pt x="0" y="3331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670229"/>
            <a:ext cx="501016" cy="483708"/>
          </a:xfrm>
          <a:custGeom>
            <a:avLst/>
            <a:gdLst/>
            <a:ahLst/>
            <a:cxnLst/>
            <a:rect r="r" b="b" t="t" l="l"/>
            <a:pathLst>
              <a:path h="483708" w="501016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170717" y="7945042"/>
            <a:ext cx="13946565" cy="3067763"/>
            <a:chOff x="0" y="0"/>
            <a:chExt cx="3673169" cy="8079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73170" cy="807970"/>
            </a:xfrm>
            <a:custGeom>
              <a:avLst/>
              <a:gdLst/>
              <a:ahLst/>
              <a:cxnLst/>
              <a:rect r="r" b="b" t="t" l="l"/>
              <a:pathLst>
                <a:path h="807970" w="3673170">
                  <a:moveTo>
                    <a:pt x="41078" y="0"/>
                  </a:moveTo>
                  <a:lnTo>
                    <a:pt x="3632091" y="0"/>
                  </a:lnTo>
                  <a:cubicBezTo>
                    <a:pt x="3642986" y="0"/>
                    <a:pt x="3653434" y="4328"/>
                    <a:pt x="3661138" y="12032"/>
                  </a:cubicBezTo>
                  <a:cubicBezTo>
                    <a:pt x="3668842" y="19735"/>
                    <a:pt x="3673170" y="30184"/>
                    <a:pt x="3673170" y="41078"/>
                  </a:cubicBezTo>
                  <a:lnTo>
                    <a:pt x="3673170" y="766892"/>
                  </a:lnTo>
                  <a:cubicBezTo>
                    <a:pt x="3673170" y="789579"/>
                    <a:pt x="3654778" y="807970"/>
                    <a:pt x="3632091" y="807970"/>
                  </a:cubicBezTo>
                  <a:lnTo>
                    <a:pt x="41078" y="807970"/>
                  </a:lnTo>
                  <a:cubicBezTo>
                    <a:pt x="30184" y="807970"/>
                    <a:pt x="19735" y="803643"/>
                    <a:pt x="12032" y="795939"/>
                  </a:cubicBezTo>
                  <a:cubicBezTo>
                    <a:pt x="4328" y="788235"/>
                    <a:pt x="0" y="777787"/>
                    <a:pt x="0" y="766892"/>
                  </a:cubicBezTo>
                  <a:lnTo>
                    <a:pt x="0" y="41078"/>
                  </a:lnTo>
                  <a:cubicBezTo>
                    <a:pt x="0" y="30184"/>
                    <a:pt x="4328" y="19735"/>
                    <a:pt x="12032" y="12032"/>
                  </a:cubicBezTo>
                  <a:cubicBezTo>
                    <a:pt x="19735" y="4328"/>
                    <a:pt x="30184" y="0"/>
                    <a:pt x="41078" y="0"/>
                  </a:cubicBezTo>
                  <a:close/>
                </a:path>
              </a:pathLst>
            </a:custGeom>
            <a:solidFill>
              <a:srgbClr val="6AC4E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73169" cy="846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498229" y="8093780"/>
            <a:ext cx="8558061" cy="2193220"/>
          </a:xfrm>
          <a:custGeom>
            <a:avLst/>
            <a:gdLst/>
            <a:ahLst/>
            <a:cxnLst/>
            <a:rect r="r" b="b" t="t" l="l"/>
            <a:pathLst>
              <a:path h="2193220" w="8558061">
                <a:moveTo>
                  <a:pt x="0" y="0"/>
                </a:moveTo>
                <a:lnTo>
                  <a:pt x="8558060" y="0"/>
                </a:lnTo>
                <a:lnTo>
                  <a:pt x="8558060" y="2193220"/>
                </a:lnTo>
                <a:lnTo>
                  <a:pt x="0" y="21932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799" t="-90296" r="0" b="-6521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454111"/>
            <a:ext cx="1301938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7499" b="true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LISTAS ENCADEADAS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0983" y="672465"/>
            <a:ext cx="345936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TV TUBO SIMULATOR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9081" y="2511385"/>
            <a:ext cx="16190219" cy="102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9"/>
              </a:lnSpc>
              <a:spcBef>
                <a:spcPct val="0"/>
              </a:spcBef>
            </a:pPr>
            <a:r>
              <a:rPr lang="en-US" sz="29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Diferente de vetores contíguos (matrizes), Listas Encadeadas alocam nós </a:t>
            </a:r>
            <a:r>
              <a:rPr lang="en-US" b="true" sz="29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dinamicamente na memória</a:t>
            </a:r>
            <a:r>
              <a:rPr lang="en-US" sz="29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ligados por </a:t>
            </a:r>
            <a:r>
              <a:rPr lang="en-US" b="true" sz="29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ponteiros</a:t>
            </a:r>
            <a:r>
              <a:rPr lang="en-US" sz="29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094972"/>
            <a:ext cx="7732532" cy="57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2"/>
              </a:lnSpc>
              <a:spcBef>
                <a:spcPct val="0"/>
              </a:spcBef>
            </a:pPr>
            <a:r>
              <a:rPr lang="en-US" b="true" sz="3964" strike="noStrike" u="none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Acesso Sequencial: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9899" y="4747023"/>
            <a:ext cx="15836404" cy="505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9"/>
              </a:lnSpc>
              <a:spcBef>
                <a:spcPct val="0"/>
              </a:spcBef>
            </a:pPr>
            <a:r>
              <a:rPr lang="en-US" sz="29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Para acessar o elemento </a:t>
            </a:r>
            <a:r>
              <a:rPr lang="en-US" sz="2978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</a:t>
            </a:r>
            <a:r>
              <a:rPr lang="en-US" sz="29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é obrigatório passar por </a:t>
            </a:r>
            <a:r>
              <a:rPr lang="en-US" b="true" sz="29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todos os anteriores (O(</a:t>
            </a:r>
            <a:r>
              <a:rPr lang="en-US" b="true" sz="2978" i="true" strike="noStrike" u="none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N</a:t>
            </a:r>
            <a:r>
              <a:rPr lang="en-US" b="true" sz="29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9899" y="5688516"/>
            <a:ext cx="7732532" cy="57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2"/>
              </a:lnSpc>
              <a:spcBef>
                <a:spcPct val="0"/>
              </a:spcBef>
            </a:pPr>
            <a:r>
              <a:rPr lang="en-US" b="true" sz="3964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Casamento Perfeito: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9081" y="6340568"/>
            <a:ext cx="16441677" cy="102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9"/>
              </a:lnSpc>
              <a:spcBef>
                <a:spcPct val="0"/>
              </a:spcBef>
            </a:pPr>
            <a:r>
              <a:rPr lang="en-US" sz="29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física do feixe de elétrons viajando </a:t>
            </a:r>
            <a:r>
              <a:rPr lang="en-US" b="true" sz="29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sequencialmente</a:t>
            </a:r>
            <a:r>
              <a:rPr lang="en-US" sz="29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por cada ponto da tela espelha exatamente o comportamento de varredura de uma</a:t>
            </a:r>
            <a:r>
              <a:rPr lang="en-US" b="true" sz="29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lista encadeada</a:t>
            </a:r>
            <a:r>
              <a:rPr lang="en-US" sz="29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14254" y="4160788"/>
            <a:ext cx="11793338" cy="7474028"/>
          </a:xfrm>
          <a:custGeom>
            <a:avLst/>
            <a:gdLst/>
            <a:ahLst/>
            <a:cxnLst/>
            <a:rect r="r" b="b" t="t" l="l"/>
            <a:pathLst>
              <a:path h="7474028" w="11793338">
                <a:moveTo>
                  <a:pt x="0" y="0"/>
                </a:moveTo>
                <a:lnTo>
                  <a:pt x="11793338" y="0"/>
                </a:lnTo>
                <a:lnTo>
                  <a:pt x="11793338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62631" y="-3567786"/>
            <a:ext cx="11793338" cy="7474028"/>
          </a:xfrm>
          <a:custGeom>
            <a:avLst/>
            <a:gdLst/>
            <a:ahLst/>
            <a:cxnLst/>
            <a:rect r="r" b="b" t="t" l="l"/>
            <a:pathLst>
              <a:path h="7474028" w="11793338">
                <a:moveTo>
                  <a:pt x="0" y="0"/>
                </a:moveTo>
                <a:lnTo>
                  <a:pt x="11793338" y="0"/>
                </a:lnTo>
                <a:lnTo>
                  <a:pt x="11793338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400" y="261874"/>
            <a:ext cx="16459200" cy="1618361"/>
            <a:chOff x="0" y="0"/>
            <a:chExt cx="21945600" cy="21578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157815"/>
            </a:xfrm>
            <a:custGeom>
              <a:avLst/>
              <a:gdLst/>
              <a:ahLst/>
              <a:cxnLst/>
              <a:rect r="r" b="b" t="t" l="l"/>
              <a:pathLst>
                <a:path h="21578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57815"/>
                  </a:lnTo>
                  <a:lnTo>
                    <a:pt x="0" y="21578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267" r="0" b="-1320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21945600" cy="211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6760"/>
                </a:lnSpc>
                <a:spcBef>
                  <a:spcPct val="0"/>
                </a:spcBef>
              </a:pPr>
              <a:r>
                <a:rPr lang="en-US" b="true" sz="6500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ARQUITETURA DO SISTEMA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562843"/>
            <a:ext cx="3657600" cy="539533"/>
            <a:chOff x="0" y="0"/>
            <a:chExt cx="4876800" cy="719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76800" cy="719377"/>
            </a:xfrm>
            <a:custGeom>
              <a:avLst/>
              <a:gdLst/>
              <a:ahLst/>
              <a:cxnLst/>
              <a:rect r="r" b="b" t="t" l="l"/>
              <a:pathLst>
                <a:path h="719377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19377"/>
                  </a:lnTo>
                  <a:lnTo>
                    <a:pt x="0" y="7193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638" r="0" b="-7954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4876800" cy="719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FFB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VISÃO GERAL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34656" y="5343373"/>
            <a:ext cx="3388871" cy="98250"/>
            <a:chOff x="0" y="0"/>
            <a:chExt cx="3691471" cy="1070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91509" cy="107061"/>
            </a:xfrm>
            <a:custGeom>
              <a:avLst/>
              <a:gdLst/>
              <a:ahLst/>
              <a:cxnLst/>
              <a:rect r="r" b="b" t="t" l="l"/>
              <a:pathLst>
                <a:path h="107061" w="3691509">
                  <a:moveTo>
                    <a:pt x="0" y="0"/>
                  </a:moveTo>
                  <a:lnTo>
                    <a:pt x="3691509" y="0"/>
                  </a:lnTo>
                  <a:lnTo>
                    <a:pt x="369150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FFB000"/>
            </a:solidFill>
            <a:ln w="25400" cap="sq">
              <a:solidFill>
                <a:srgbClr val="FFB00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12470" y="2175510"/>
            <a:ext cx="6987540" cy="6621780"/>
            <a:chOff x="0" y="0"/>
            <a:chExt cx="9316720" cy="8829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16720" cy="8829040"/>
            </a:xfrm>
            <a:custGeom>
              <a:avLst/>
              <a:gdLst/>
              <a:ahLst/>
              <a:cxnLst/>
              <a:rect r="r" b="b" t="t" l="l"/>
              <a:pathLst>
                <a:path h="8829040" w="9316720">
                  <a:moveTo>
                    <a:pt x="0" y="294259"/>
                  </a:moveTo>
                  <a:cubicBezTo>
                    <a:pt x="0" y="131699"/>
                    <a:pt x="131699" y="0"/>
                    <a:pt x="294259" y="0"/>
                  </a:cubicBezTo>
                  <a:lnTo>
                    <a:pt x="9022461" y="0"/>
                  </a:lnTo>
                  <a:cubicBezTo>
                    <a:pt x="9185021" y="0"/>
                    <a:pt x="9316720" y="131699"/>
                    <a:pt x="9316720" y="294259"/>
                  </a:cubicBezTo>
                  <a:lnTo>
                    <a:pt x="9316720" y="8534781"/>
                  </a:lnTo>
                  <a:cubicBezTo>
                    <a:pt x="9316720" y="8697341"/>
                    <a:pt x="9185021" y="8829040"/>
                    <a:pt x="9022461" y="8829040"/>
                  </a:cubicBezTo>
                  <a:lnTo>
                    <a:pt x="294259" y="8829040"/>
                  </a:lnTo>
                  <a:cubicBezTo>
                    <a:pt x="131699" y="8829040"/>
                    <a:pt x="0" y="8697341"/>
                    <a:pt x="0" y="8534781"/>
                  </a:cubicBezTo>
                  <a:close/>
                </a:path>
              </a:pathLst>
            </a:custGeom>
            <a:solidFill>
              <a:srgbClr val="0A0A1A"/>
            </a:solidFill>
            <a:ln w="38100" cap="sq">
              <a:solidFill>
                <a:srgbClr val="3344A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" y="2468880"/>
            <a:ext cx="822960" cy="822960"/>
            <a:chOff x="0" y="0"/>
            <a:chExt cx="1097280" cy="109728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79320" y="2428342"/>
            <a:ext cx="5303520" cy="694944"/>
            <a:chOff x="0" y="0"/>
            <a:chExt cx="7071360" cy="926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71360" cy="926592"/>
            </a:xfrm>
            <a:custGeom>
              <a:avLst/>
              <a:gdLst/>
              <a:ahLst/>
              <a:cxnLst/>
              <a:rect r="r" b="b" t="t" l="l"/>
              <a:pathLst>
                <a:path h="92659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701" r="0" b="-987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07136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959"/>
                </a:lnSpc>
                <a:spcBef>
                  <a:spcPct val="0"/>
                </a:spcBef>
              </a:pPr>
              <a:r>
                <a:rPr lang="en-US" b="true" sz="3299" strike="noStrike" u="none">
                  <a:solidFill>
                    <a:srgbClr val="779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BACKEND — Java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88720" y="3474720"/>
            <a:ext cx="6217920" cy="4937760"/>
            <a:chOff x="0" y="0"/>
            <a:chExt cx="8290560" cy="6583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90560" cy="6583680"/>
            </a:xfrm>
            <a:custGeom>
              <a:avLst/>
              <a:gdLst/>
              <a:ahLst/>
              <a:cxnLst/>
              <a:rect r="r" b="b" t="t" l="l"/>
              <a:pathLst>
                <a:path h="658368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1888" t="0" r="-51888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8290560" cy="6583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72155" indent="-386078" lvl="1">
                <a:lnSpc>
                  <a:spcPts val="3839"/>
                </a:lnSpc>
                <a:buFont typeface="Arial"/>
                <a:buChar char="•"/>
              </a:pPr>
              <a:r>
                <a:rPr lang="en-US" sz="3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Pixel.java — nó da lista</a:t>
              </a:r>
            </a:p>
            <a:p>
              <a:pPr algn="l" marL="772155" indent="-386078" lvl="1">
                <a:lnSpc>
                  <a:spcPts val="3839"/>
                </a:lnSpc>
                <a:buFont typeface="Arial"/>
                <a:buChar char="•"/>
              </a:pPr>
              <a:r>
                <a:rPr lang="en-US" sz="3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Lista.java — scanline (lista encadeada)</a:t>
              </a:r>
            </a:p>
            <a:p>
              <a:pPr algn="l" marL="772155" indent="-386078" lvl="1">
                <a:lnSpc>
                  <a:spcPts val="3839"/>
                </a:lnSpc>
                <a:buFont typeface="Arial"/>
                <a:buChar char="•"/>
              </a:pPr>
              <a:r>
                <a:rPr lang="en-US" sz="3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Multilista.java — grade de listas</a:t>
              </a:r>
            </a:p>
            <a:p>
              <a:pPr algn="l" marL="772155" indent="-386078" lvl="1">
                <a:lnSpc>
                  <a:spcPts val="3839"/>
                </a:lnSpc>
                <a:buFont typeface="Arial"/>
                <a:buChar char="•"/>
              </a:pPr>
              <a:r>
                <a:rPr lang="en-US" sz="3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Main.java — servidor Javalin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587990" y="2175510"/>
            <a:ext cx="6987540" cy="6621780"/>
            <a:chOff x="0" y="0"/>
            <a:chExt cx="9316720" cy="8829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16720" cy="8829040"/>
            </a:xfrm>
            <a:custGeom>
              <a:avLst/>
              <a:gdLst/>
              <a:ahLst/>
              <a:cxnLst/>
              <a:rect r="r" b="b" t="t" l="l"/>
              <a:pathLst>
                <a:path h="8829040" w="9316720">
                  <a:moveTo>
                    <a:pt x="0" y="294259"/>
                  </a:moveTo>
                  <a:cubicBezTo>
                    <a:pt x="0" y="131699"/>
                    <a:pt x="131699" y="0"/>
                    <a:pt x="294259" y="0"/>
                  </a:cubicBezTo>
                  <a:lnTo>
                    <a:pt x="9022461" y="0"/>
                  </a:lnTo>
                  <a:cubicBezTo>
                    <a:pt x="9185021" y="0"/>
                    <a:pt x="9316720" y="131699"/>
                    <a:pt x="9316720" y="294259"/>
                  </a:cubicBezTo>
                  <a:lnTo>
                    <a:pt x="9316720" y="8534781"/>
                  </a:lnTo>
                  <a:cubicBezTo>
                    <a:pt x="9316720" y="8697341"/>
                    <a:pt x="9185021" y="8829040"/>
                    <a:pt x="9022461" y="8829040"/>
                  </a:cubicBezTo>
                  <a:lnTo>
                    <a:pt x="294259" y="8829040"/>
                  </a:lnTo>
                  <a:cubicBezTo>
                    <a:pt x="131699" y="8829040"/>
                    <a:pt x="0" y="8697341"/>
                    <a:pt x="0" y="8534781"/>
                  </a:cubicBezTo>
                  <a:close/>
                </a:path>
              </a:pathLst>
            </a:custGeom>
            <a:solidFill>
              <a:srgbClr val="0A0A1A"/>
            </a:solidFill>
            <a:ln w="38100" cap="sq">
              <a:solidFill>
                <a:srgbClr val="3344AA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064240" y="2468880"/>
            <a:ext cx="822960" cy="822960"/>
            <a:chOff x="0" y="0"/>
            <a:chExt cx="1097280" cy="109728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978640" y="2428342"/>
            <a:ext cx="5303520" cy="694944"/>
            <a:chOff x="0" y="0"/>
            <a:chExt cx="707136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71360" cy="926592"/>
            </a:xfrm>
            <a:custGeom>
              <a:avLst/>
              <a:gdLst/>
              <a:ahLst/>
              <a:cxnLst/>
              <a:rect r="r" b="b" t="t" l="l"/>
              <a:pathLst>
                <a:path h="92659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701" r="0" b="-98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707136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7799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FRONTEND — React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064240" y="3474720"/>
            <a:ext cx="6217920" cy="4937760"/>
            <a:chOff x="0" y="0"/>
            <a:chExt cx="8290560" cy="6583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90560" cy="6583680"/>
            </a:xfrm>
            <a:custGeom>
              <a:avLst/>
              <a:gdLst/>
              <a:ahLst/>
              <a:cxnLst/>
              <a:rect r="r" b="b" t="t" l="l"/>
              <a:pathLst>
                <a:path h="658368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1888" t="0" r="-5188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8290560" cy="6583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72155" indent="-386078" lvl="1">
                <a:lnSpc>
                  <a:spcPts val="38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99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App.jsx — orquestração</a:t>
              </a:r>
            </a:p>
            <a:p>
              <a:pPr algn="l" marL="772155" indent="-386078" lvl="1">
                <a:lnSpc>
                  <a:spcPts val="38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99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PixelGrid.jsx — canvas + RAF</a:t>
              </a:r>
            </a:p>
            <a:p>
              <a:pPr algn="l" marL="772155" indent="-386078" lvl="1">
                <a:lnSpc>
                  <a:spcPts val="38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99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Controls.jsx — botões</a:t>
              </a:r>
            </a:p>
            <a:p>
              <a:pPr algn="l" marL="772155" indent="-386078" lvl="1">
                <a:lnSpc>
                  <a:spcPts val="38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99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DataPanel.jsx — monitoramento de listas em tempo real.</a:t>
              </a:r>
            </a:p>
            <a:p>
              <a:pPr algn="l" marL="772155" indent="-386078" lvl="1">
                <a:lnSpc>
                  <a:spcPts val="38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99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Canvas API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8823" y="9094727"/>
            <a:ext cx="3134363" cy="756923"/>
            <a:chOff x="0" y="0"/>
            <a:chExt cx="4179151" cy="10092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79189" cy="1009269"/>
            </a:xfrm>
            <a:custGeom>
              <a:avLst/>
              <a:gdLst/>
              <a:ahLst/>
              <a:cxnLst/>
              <a:rect r="r" b="b" t="t" l="l"/>
              <a:pathLst>
                <a:path h="1009269" w="4179189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4027805" y="0"/>
                  </a:lnTo>
                  <a:cubicBezTo>
                    <a:pt x="4111371" y="0"/>
                    <a:pt x="4179189" y="67818"/>
                    <a:pt x="4179189" y="151384"/>
                  </a:cubicBezTo>
                  <a:lnTo>
                    <a:pt x="4179189" y="857885"/>
                  </a:lnTo>
                  <a:cubicBezTo>
                    <a:pt x="4179189" y="941451"/>
                    <a:pt x="4111371" y="1009269"/>
                    <a:pt x="4027805" y="1009269"/>
                  </a:cubicBezTo>
                  <a:lnTo>
                    <a:pt x="151384" y="1009269"/>
                  </a:lnTo>
                  <a:cubicBezTo>
                    <a:pt x="67818" y="1009269"/>
                    <a:pt x="0" y="941451"/>
                    <a:pt x="0" y="857885"/>
                  </a:cubicBezTo>
                  <a:close/>
                </a:path>
              </a:pathLst>
            </a:custGeom>
            <a:solidFill>
              <a:srgbClr val="0F0F0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31520" y="9107424"/>
            <a:ext cx="3108960" cy="731520"/>
            <a:chOff x="0" y="0"/>
            <a:chExt cx="4145280" cy="975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4145280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Java 21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120391" y="9094727"/>
            <a:ext cx="3134363" cy="756923"/>
            <a:chOff x="0" y="0"/>
            <a:chExt cx="4179151" cy="10092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79189" cy="1009269"/>
            </a:xfrm>
            <a:custGeom>
              <a:avLst/>
              <a:gdLst/>
              <a:ahLst/>
              <a:cxnLst/>
              <a:rect r="r" b="b" t="t" l="l"/>
              <a:pathLst>
                <a:path h="1009269" w="4179189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4027805" y="0"/>
                  </a:lnTo>
                  <a:cubicBezTo>
                    <a:pt x="4111371" y="0"/>
                    <a:pt x="4179189" y="67818"/>
                    <a:pt x="4179189" y="151384"/>
                  </a:cubicBezTo>
                  <a:lnTo>
                    <a:pt x="4179189" y="857885"/>
                  </a:lnTo>
                  <a:cubicBezTo>
                    <a:pt x="4179189" y="941451"/>
                    <a:pt x="4111371" y="1009269"/>
                    <a:pt x="4027805" y="1009269"/>
                  </a:cubicBezTo>
                  <a:lnTo>
                    <a:pt x="151384" y="1009269"/>
                  </a:lnTo>
                  <a:cubicBezTo>
                    <a:pt x="67818" y="1009269"/>
                    <a:pt x="0" y="941451"/>
                    <a:pt x="0" y="857885"/>
                  </a:cubicBezTo>
                  <a:close/>
                </a:path>
              </a:pathLst>
            </a:custGeom>
            <a:solidFill>
              <a:srgbClr val="0F0F0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4133088" y="9107424"/>
            <a:ext cx="3108960" cy="731520"/>
            <a:chOff x="0" y="0"/>
            <a:chExt cx="4145280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4145280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Javalin 6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521959" y="9094727"/>
            <a:ext cx="3134363" cy="756923"/>
            <a:chOff x="0" y="0"/>
            <a:chExt cx="4179151" cy="100923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179189" cy="1009269"/>
            </a:xfrm>
            <a:custGeom>
              <a:avLst/>
              <a:gdLst/>
              <a:ahLst/>
              <a:cxnLst/>
              <a:rect r="r" b="b" t="t" l="l"/>
              <a:pathLst>
                <a:path h="1009269" w="4179189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4027805" y="0"/>
                  </a:lnTo>
                  <a:cubicBezTo>
                    <a:pt x="4111371" y="0"/>
                    <a:pt x="4179189" y="67818"/>
                    <a:pt x="4179189" y="151384"/>
                  </a:cubicBezTo>
                  <a:lnTo>
                    <a:pt x="4179189" y="857885"/>
                  </a:lnTo>
                  <a:cubicBezTo>
                    <a:pt x="4179189" y="941451"/>
                    <a:pt x="4111371" y="1009269"/>
                    <a:pt x="4027805" y="1009269"/>
                  </a:cubicBezTo>
                  <a:lnTo>
                    <a:pt x="151384" y="1009269"/>
                  </a:lnTo>
                  <a:cubicBezTo>
                    <a:pt x="67818" y="1009269"/>
                    <a:pt x="0" y="941451"/>
                    <a:pt x="0" y="857885"/>
                  </a:cubicBezTo>
                  <a:close/>
                </a:path>
              </a:pathLst>
            </a:custGeom>
            <a:solidFill>
              <a:srgbClr val="0F0F0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534656" y="9107424"/>
            <a:ext cx="3108960" cy="731520"/>
            <a:chOff x="0" y="0"/>
            <a:chExt cx="414528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4145280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React 18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23527" y="9094727"/>
            <a:ext cx="3134363" cy="756923"/>
            <a:chOff x="0" y="0"/>
            <a:chExt cx="4179151" cy="10092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79189" cy="1009269"/>
            </a:xfrm>
            <a:custGeom>
              <a:avLst/>
              <a:gdLst/>
              <a:ahLst/>
              <a:cxnLst/>
              <a:rect r="r" b="b" t="t" l="l"/>
              <a:pathLst>
                <a:path h="1009269" w="4179189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4027805" y="0"/>
                  </a:lnTo>
                  <a:cubicBezTo>
                    <a:pt x="4111371" y="0"/>
                    <a:pt x="4179189" y="67818"/>
                    <a:pt x="4179189" y="151384"/>
                  </a:cubicBezTo>
                  <a:lnTo>
                    <a:pt x="4179189" y="857885"/>
                  </a:lnTo>
                  <a:cubicBezTo>
                    <a:pt x="4179189" y="941451"/>
                    <a:pt x="4111371" y="1009269"/>
                    <a:pt x="4027805" y="1009269"/>
                  </a:cubicBezTo>
                  <a:lnTo>
                    <a:pt x="151384" y="1009269"/>
                  </a:lnTo>
                  <a:cubicBezTo>
                    <a:pt x="67818" y="1009269"/>
                    <a:pt x="0" y="941451"/>
                    <a:pt x="0" y="857885"/>
                  </a:cubicBezTo>
                  <a:close/>
                </a:path>
              </a:pathLst>
            </a:custGeom>
            <a:solidFill>
              <a:srgbClr val="0F0F0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936224" y="9107424"/>
            <a:ext cx="3108960" cy="731520"/>
            <a:chOff x="0" y="0"/>
            <a:chExt cx="4145280" cy="975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9525"/>
              <a:ext cx="4145280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Vite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325095" y="9094727"/>
            <a:ext cx="3134363" cy="756923"/>
            <a:chOff x="0" y="0"/>
            <a:chExt cx="4179151" cy="100923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79189" cy="1009269"/>
            </a:xfrm>
            <a:custGeom>
              <a:avLst/>
              <a:gdLst/>
              <a:ahLst/>
              <a:cxnLst/>
              <a:rect r="r" b="b" t="t" l="l"/>
              <a:pathLst>
                <a:path h="1009269" w="4179189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4027805" y="0"/>
                  </a:lnTo>
                  <a:cubicBezTo>
                    <a:pt x="4111371" y="0"/>
                    <a:pt x="4179189" y="67818"/>
                    <a:pt x="4179189" y="151384"/>
                  </a:cubicBezTo>
                  <a:lnTo>
                    <a:pt x="4179189" y="857885"/>
                  </a:lnTo>
                  <a:cubicBezTo>
                    <a:pt x="4179189" y="941451"/>
                    <a:pt x="4111371" y="1009269"/>
                    <a:pt x="4027805" y="1009269"/>
                  </a:cubicBezTo>
                  <a:lnTo>
                    <a:pt x="151384" y="1009269"/>
                  </a:lnTo>
                  <a:cubicBezTo>
                    <a:pt x="67818" y="1009269"/>
                    <a:pt x="0" y="941451"/>
                    <a:pt x="0" y="857885"/>
                  </a:cubicBezTo>
                  <a:close/>
                </a:path>
              </a:pathLst>
            </a:custGeom>
            <a:solidFill>
              <a:srgbClr val="0F0F0F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4337792" y="9107424"/>
            <a:ext cx="3108960" cy="731520"/>
            <a:chOff x="0" y="0"/>
            <a:chExt cx="4145280" cy="9753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4145280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Canvas API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321040" y="4803840"/>
            <a:ext cx="3657600" cy="539533"/>
            <a:chOff x="0" y="0"/>
            <a:chExt cx="4876800" cy="71937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76800" cy="719377"/>
            </a:xfrm>
            <a:custGeom>
              <a:avLst/>
              <a:gdLst/>
              <a:ahLst/>
              <a:cxnLst/>
              <a:rect r="r" b="b" t="t" l="l"/>
              <a:pathLst>
                <a:path h="719377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19377"/>
                  </a:lnTo>
                  <a:lnTo>
                    <a:pt x="0" y="7193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638" r="0" b="-7954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876800" cy="719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FFB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API REST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47331" y="6238270"/>
            <a:ext cx="11793338" cy="7474028"/>
          </a:xfrm>
          <a:custGeom>
            <a:avLst/>
            <a:gdLst/>
            <a:ahLst/>
            <a:cxnLst/>
            <a:rect r="r" b="b" t="t" l="l"/>
            <a:pathLst>
              <a:path h="7474028" w="11793338">
                <a:moveTo>
                  <a:pt x="0" y="0"/>
                </a:moveTo>
                <a:lnTo>
                  <a:pt x="11793338" y="0"/>
                </a:lnTo>
                <a:lnTo>
                  <a:pt x="11793338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424597" y="-2330528"/>
            <a:ext cx="11793338" cy="7474028"/>
          </a:xfrm>
          <a:custGeom>
            <a:avLst/>
            <a:gdLst/>
            <a:ahLst/>
            <a:cxnLst/>
            <a:rect r="r" b="b" t="t" l="l"/>
            <a:pathLst>
              <a:path h="7474028" w="11793338">
                <a:moveTo>
                  <a:pt x="0" y="0"/>
                </a:moveTo>
                <a:lnTo>
                  <a:pt x="11793338" y="0"/>
                </a:lnTo>
                <a:lnTo>
                  <a:pt x="11793338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-646765" y="9455468"/>
            <a:ext cx="1675465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70229"/>
            <a:ext cx="501016" cy="483708"/>
          </a:xfrm>
          <a:custGeom>
            <a:avLst/>
            <a:gdLst/>
            <a:ahLst/>
            <a:cxnLst/>
            <a:rect r="r" b="b" t="t" l="l"/>
            <a:pathLst>
              <a:path h="483708" w="501016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0983" y="672465"/>
            <a:ext cx="345936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TV TUBO SIMULATOR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2910" y="1271721"/>
            <a:ext cx="14691281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b="true" sz="7499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PIXEL.JAVA — O NÓ DA LISTA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7154" y="2338521"/>
            <a:ext cx="7501295" cy="53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9"/>
              </a:lnSpc>
              <a:spcBef>
                <a:spcPct val="0"/>
              </a:spcBef>
            </a:pPr>
            <a:r>
              <a:rPr lang="en-US" sz="30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 é a </a:t>
            </a:r>
            <a:r>
              <a:rPr lang="en-US" b="true" sz="30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estrutura base </a:t>
            </a:r>
            <a:r>
              <a:rPr lang="en-US" sz="30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simulação.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7154" y="2909024"/>
            <a:ext cx="17520846" cy="1074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9"/>
              </a:lnSpc>
              <a:spcBef>
                <a:spcPct val="0"/>
              </a:spcBef>
            </a:pPr>
            <a:r>
              <a:rPr lang="en-US" sz="307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30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ada Pixel </a:t>
            </a:r>
            <a:r>
              <a:rPr lang="en-US" sz="30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é ex</a:t>
            </a:r>
            <a:r>
              <a:rPr lang="en-US" sz="30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30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tament</a:t>
            </a:r>
            <a:r>
              <a:rPr lang="en-US" sz="30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0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um </a:t>
            </a:r>
            <a:r>
              <a:rPr lang="en-US" b="true" sz="30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nó</a:t>
            </a:r>
            <a:r>
              <a:rPr lang="en-US" b="true" sz="30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</a:t>
            </a:r>
            <a:r>
              <a:rPr lang="en-US" b="true" sz="30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l</a:t>
            </a:r>
            <a:r>
              <a:rPr lang="en-US" b="true" sz="30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</a:t>
            </a:r>
            <a:r>
              <a:rPr lang="en-US" b="true" sz="30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</a:t>
            </a:r>
            <a:r>
              <a:rPr lang="en-US" b="true" sz="30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30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simp</a:t>
            </a:r>
            <a:r>
              <a:rPr lang="en-US" b="true" sz="30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</a:t>
            </a:r>
            <a:r>
              <a:rPr lang="en-US" b="true" sz="30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30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ment</a:t>
            </a:r>
            <a:r>
              <a:rPr lang="en-US" b="true" sz="30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encadeada, </a:t>
            </a:r>
            <a:r>
              <a:rPr lang="en-US" sz="30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ele é a abstração física do ponto de fósforo.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52910" y="4316730"/>
            <a:ext cx="9913620" cy="5524500"/>
            <a:chOff x="0" y="0"/>
            <a:chExt cx="13218160" cy="7366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3218160" cy="7366000"/>
              <a:chOff x="0" y="0"/>
              <a:chExt cx="13218160" cy="7366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3218159" cy="7366000"/>
              </a:xfrm>
              <a:custGeom>
                <a:avLst/>
                <a:gdLst/>
                <a:ahLst/>
                <a:cxnLst/>
                <a:rect r="r" b="b" t="t" l="l"/>
                <a:pathLst>
                  <a:path h="7366000" w="13218159">
                    <a:moveTo>
                      <a:pt x="0" y="245491"/>
                    </a:moveTo>
                    <a:cubicBezTo>
                      <a:pt x="0" y="109855"/>
                      <a:pt x="109855" y="0"/>
                      <a:pt x="245491" y="0"/>
                    </a:cubicBezTo>
                    <a:lnTo>
                      <a:pt x="12972669" y="0"/>
                    </a:lnTo>
                    <a:cubicBezTo>
                      <a:pt x="13108305" y="0"/>
                      <a:pt x="13218159" y="109855"/>
                      <a:pt x="13218159" y="245491"/>
                    </a:cubicBezTo>
                    <a:lnTo>
                      <a:pt x="13218159" y="7120509"/>
                    </a:lnTo>
                    <a:cubicBezTo>
                      <a:pt x="13218159" y="7256145"/>
                      <a:pt x="13108305" y="7366000"/>
                      <a:pt x="12972669" y="7366000"/>
                    </a:cubicBezTo>
                    <a:lnTo>
                      <a:pt x="245491" y="7366000"/>
                    </a:lnTo>
                    <a:cubicBezTo>
                      <a:pt x="109855" y="7366000"/>
                      <a:pt x="0" y="7256145"/>
                      <a:pt x="0" y="7120509"/>
                    </a:cubicBezTo>
                    <a:close/>
                  </a:path>
                </a:pathLst>
              </a:custGeom>
              <a:solidFill>
                <a:srgbClr val="0D1117"/>
              </a:solidFill>
              <a:ln w="38100" cap="sq">
                <a:solidFill>
                  <a:srgbClr val="1E3A1E"/>
                </a:solidFill>
                <a:prstDash val="solid"/>
                <a:miter/>
              </a:ln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348729" y="248612"/>
              <a:ext cx="4876800" cy="861216"/>
              <a:chOff x="0" y="0"/>
              <a:chExt cx="4876800" cy="86121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876800" cy="861216"/>
              </a:xfrm>
              <a:custGeom>
                <a:avLst/>
                <a:gdLst/>
                <a:ahLst/>
                <a:cxnLst/>
                <a:rect r="r" b="b" t="t" l="l"/>
                <a:pathLst>
                  <a:path h="861216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861216"/>
                    </a:lnTo>
                    <a:lnTo>
                      <a:pt x="0" y="861216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70698" r="0" b="-49976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4876800" cy="87074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399">
                    <a:solidFill>
                      <a:srgbClr val="00B32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Pixel.java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91160" y="1022232"/>
              <a:ext cx="12827000" cy="6029233"/>
              <a:chOff x="0" y="0"/>
              <a:chExt cx="12435840" cy="584537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435840" cy="5845371"/>
              </a:xfrm>
              <a:custGeom>
                <a:avLst/>
                <a:gdLst/>
                <a:ahLst/>
                <a:cxnLst/>
                <a:rect r="r" b="b" t="t" l="l"/>
                <a:pathLst>
                  <a:path h="5845371" w="12435840">
                    <a:moveTo>
                      <a:pt x="0" y="0"/>
                    </a:moveTo>
                    <a:lnTo>
                      <a:pt x="12435840" y="0"/>
                    </a:lnTo>
                    <a:lnTo>
                      <a:pt x="12435840" y="5845371"/>
                    </a:lnTo>
                    <a:lnTo>
                      <a:pt x="0" y="5845371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-11636" t="0" r="-11636" b="-2201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12435840" cy="58453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599"/>
                  </a:lnSpc>
                </a:pPr>
                <a:r>
                  <a:rPr lang="en-US" sz="2999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/** Nó da lista — um pixel da tela. */</a:t>
                </a:r>
              </a:p>
              <a:p>
                <a:pPr algn="l">
                  <a:lnSpc>
                    <a:spcPts val="3599"/>
                  </a:lnSpc>
                </a:pPr>
                <a:r>
                  <a:rPr lang="en-US" sz="29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public class </a:t>
                </a:r>
                <a:r>
                  <a:rPr lang="en-US" sz="2999">
                    <a:solidFill>
                      <a:srgbClr val="FFD7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Pixel</a:t>
                </a:r>
                <a:r>
                  <a:rPr lang="en-US" sz="29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{</a:t>
                </a:r>
              </a:p>
              <a:p>
                <a:pPr algn="l">
                  <a:lnSpc>
                    <a:spcPts val="3599"/>
                  </a:lnSpc>
                </a:pPr>
                <a:r>
                  <a:rPr lang="en-US" sz="29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int</a:t>
                </a:r>
                <a:r>
                  <a:rPr lang="en-US" sz="29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value</a:t>
                </a:r>
                <a:r>
                  <a:rPr lang="en-US" sz="2999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;   // brilho: 0–255</a:t>
                </a:r>
              </a:p>
              <a:p>
                <a:pPr algn="l">
                  <a:lnSpc>
                    <a:spcPts val="3599"/>
                  </a:lnSpc>
                </a:pPr>
                <a:r>
                  <a:rPr lang="en-US" sz="2999">
                    <a:solidFill>
                      <a:srgbClr val="FFD7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Pixel</a:t>
                </a:r>
                <a:r>
                  <a:rPr lang="en-US" sz="29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next</a:t>
                </a:r>
                <a:r>
                  <a:rPr lang="en-US" sz="2999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;   // ponteiro → próximo</a:t>
                </a:r>
              </a:p>
              <a:p>
                <a:pPr algn="l">
                  <a:lnSpc>
                    <a:spcPts val="3599"/>
                  </a:lnSpc>
                </a:pPr>
              </a:p>
              <a:p>
                <a:pPr algn="l">
                  <a:lnSpc>
                    <a:spcPts val="3599"/>
                  </a:lnSpc>
                </a:pPr>
                <a:r>
                  <a:rPr lang="en-US" sz="29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Pixel(</a:t>
                </a:r>
                <a:r>
                  <a:rPr lang="en-US" sz="29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en-US" sz="29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value) {</a:t>
                </a:r>
              </a:p>
              <a:p>
                <a:pPr algn="l">
                  <a:lnSpc>
                    <a:spcPts val="3599"/>
                  </a:lnSpc>
                </a:pPr>
                <a:r>
                  <a:rPr lang="en-US" sz="29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this</a:t>
                </a:r>
                <a:r>
                  <a:rPr lang="en-US" sz="29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.value = value;</a:t>
                </a:r>
              </a:p>
              <a:p>
                <a:pPr algn="l">
                  <a:lnSpc>
                    <a:spcPts val="3599"/>
                  </a:lnSpc>
                </a:pPr>
                <a:r>
                  <a:rPr lang="en-US" sz="29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}</a:t>
                </a:r>
              </a:p>
              <a:p>
                <a:pPr algn="l">
                  <a:lnSpc>
                    <a:spcPts val="3599"/>
                  </a:lnSpc>
                </a:pPr>
                <a:r>
                  <a:rPr lang="en-US" sz="29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11123665" y="4822822"/>
            <a:ext cx="6438900" cy="1866900"/>
            <a:chOff x="0" y="0"/>
            <a:chExt cx="8585200" cy="248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85200" cy="2489200"/>
            </a:xfrm>
            <a:custGeom>
              <a:avLst/>
              <a:gdLst/>
              <a:ahLst/>
              <a:cxnLst/>
              <a:rect r="r" b="b" t="t" l="l"/>
              <a:pathLst>
                <a:path h="2489200" w="8585200">
                  <a:moveTo>
                    <a:pt x="0" y="0"/>
                  </a:moveTo>
                  <a:lnTo>
                    <a:pt x="8585200" y="0"/>
                  </a:lnTo>
                  <a:lnTo>
                    <a:pt x="8585200" y="2489200"/>
                  </a:lnTo>
                  <a:lnTo>
                    <a:pt x="0" y="2489200"/>
                  </a:lnTo>
                  <a:close/>
                </a:path>
              </a:pathLst>
            </a:custGeom>
            <a:solidFill>
              <a:srgbClr val="6AC4EA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325595" y="4856690"/>
            <a:ext cx="3474720" cy="833510"/>
            <a:chOff x="0" y="0"/>
            <a:chExt cx="4632960" cy="11113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32960" cy="1111346"/>
            </a:xfrm>
            <a:custGeom>
              <a:avLst/>
              <a:gdLst/>
              <a:ahLst/>
              <a:cxnLst/>
              <a:rect r="r" b="b" t="t" l="l"/>
              <a:pathLst>
                <a:path h="111134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111346"/>
                  </a:lnTo>
                  <a:lnTo>
                    <a:pt x="0" y="1111346"/>
                  </a:lnTo>
                  <a:close/>
                </a:path>
              </a:pathLst>
            </a:custGeom>
            <a:solidFill>
              <a:srgbClr val="0D1117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632960" cy="11208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719"/>
                </a:lnSpc>
                <a:spcBef>
                  <a:spcPct val="0"/>
                </a:spcBef>
              </a:pPr>
              <a:r>
                <a:rPr lang="en-US" b="true" sz="3099" strike="noStrike" u="none">
                  <a:solidFill>
                    <a:srgbClr val="00000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value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325595" y="5536816"/>
            <a:ext cx="3474720" cy="914400"/>
            <a:chOff x="0" y="0"/>
            <a:chExt cx="463296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6AC4EA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63296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b="true" sz="5200">
                  <a:solidFill>
                    <a:srgbClr val="00000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255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074635" y="4743624"/>
            <a:ext cx="2377440" cy="2405533"/>
            <a:chOff x="0" y="0"/>
            <a:chExt cx="3169920" cy="320737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69920" cy="3207377"/>
            </a:xfrm>
            <a:custGeom>
              <a:avLst/>
              <a:gdLst/>
              <a:ahLst/>
              <a:cxnLst/>
              <a:rect r="r" b="b" t="t" l="l"/>
              <a:pathLst>
                <a:path h="3207377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3207377"/>
                  </a:lnTo>
                  <a:lnTo>
                    <a:pt x="0" y="3207377"/>
                  </a:lnTo>
                  <a:close/>
                </a:path>
              </a:pathLst>
            </a:custGeom>
            <a:solidFill>
              <a:srgbClr val="CC88FF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169920" cy="3216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679"/>
                </a:lnSpc>
              </a:pPr>
              <a:r>
                <a:rPr lang="en-US" sz="8899" b="true">
                  <a:solidFill>
                    <a:srgbClr val="00000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→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074635" y="4856690"/>
            <a:ext cx="2377440" cy="833510"/>
            <a:chOff x="0" y="0"/>
            <a:chExt cx="3169920" cy="111134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69920" cy="1111346"/>
            </a:xfrm>
            <a:custGeom>
              <a:avLst/>
              <a:gdLst/>
              <a:ahLst/>
              <a:cxnLst/>
              <a:rect r="r" b="b" t="t" l="l"/>
              <a:pathLst>
                <a:path h="111134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111346"/>
                  </a:lnTo>
                  <a:lnTo>
                    <a:pt x="0" y="1111346"/>
                  </a:lnTo>
                  <a:close/>
                </a:path>
              </a:pathLst>
            </a:custGeom>
            <a:solidFill>
              <a:srgbClr val="0D1117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3169920" cy="11208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719"/>
                </a:lnSpc>
                <a:spcBef>
                  <a:spcPct val="0"/>
                </a:spcBef>
              </a:pPr>
              <a:r>
                <a:rPr lang="en-US" b="true" sz="3099" strike="noStrike" u="none">
                  <a:solidFill>
                    <a:srgbClr val="00000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next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130018" y="7115175"/>
            <a:ext cx="3042923" cy="2219963"/>
            <a:chOff x="0" y="0"/>
            <a:chExt cx="4057231" cy="295995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57269" cy="2959989"/>
            </a:xfrm>
            <a:custGeom>
              <a:avLst/>
              <a:gdLst/>
              <a:ahLst/>
              <a:cxnLst/>
              <a:rect r="r" b="b" t="t" l="l"/>
              <a:pathLst>
                <a:path h="2959989" w="4057269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3859911" y="0"/>
                  </a:lnTo>
                  <a:cubicBezTo>
                    <a:pt x="3968877" y="0"/>
                    <a:pt x="4057269" y="88392"/>
                    <a:pt x="4057269" y="197358"/>
                  </a:cubicBezTo>
                  <a:lnTo>
                    <a:pt x="4057269" y="2762631"/>
                  </a:lnTo>
                  <a:cubicBezTo>
                    <a:pt x="4057269" y="2871597"/>
                    <a:pt x="3968877" y="2959989"/>
                    <a:pt x="3859911" y="2959989"/>
                  </a:cubicBezTo>
                  <a:lnTo>
                    <a:pt x="197358" y="2959989"/>
                  </a:lnTo>
                  <a:cubicBezTo>
                    <a:pt x="88392" y="2959989"/>
                    <a:pt x="0" y="2871597"/>
                    <a:pt x="0" y="2762631"/>
                  </a:cubicBezTo>
                  <a:close/>
                </a:path>
              </a:pathLst>
            </a:custGeom>
            <a:solidFill>
              <a:srgbClr val="6AC4EA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234155" y="7086600"/>
            <a:ext cx="2834640" cy="833510"/>
            <a:chOff x="0" y="0"/>
            <a:chExt cx="3779520" cy="111134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79520" cy="1111346"/>
            </a:xfrm>
            <a:custGeom>
              <a:avLst/>
              <a:gdLst/>
              <a:ahLst/>
              <a:cxnLst/>
              <a:rect r="r" b="b" t="t" l="l"/>
              <a:pathLst>
                <a:path h="1111346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111346"/>
                  </a:lnTo>
                  <a:lnTo>
                    <a:pt x="0" y="1111346"/>
                  </a:lnTo>
                  <a:close/>
                </a:path>
              </a:pathLst>
            </a:custGeom>
            <a:solidFill>
              <a:srgbClr val="0D1117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779520" cy="11208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719"/>
                </a:lnSpc>
                <a:spcBef>
                  <a:spcPct val="0"/>
                </a:spcBef>
              </a:pPr>
              <a:r>
                <a:rPr lang="en-US" b="true" sz="3099" strike="noStrike" u="none">
                  <a:solidFill>
                    <a:srgbClr val="00000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value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234155" y="7728115"/>
            <a:ext cx="2834640" cy="1316736"/>
            <a:chOff x="0" y="0"/>
            <a:chExt cx="3779520" cy="17556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795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6AC4EA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3779520" cy="1746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Brilho do pixel</a:t>
              </a:r>
            </a:p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(0 = apagado,</a:t>
              </a:r>
            </a:p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255 = máximo)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421858" y="7115175"/>
            <a:ext cx="3042923" cy="2219963"/>
            <a:chOff x="0" y="0"/>
            <a:chExt cx="4057231" cy="29599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57269" cy="2959989"/>
            </a:xfrm>
            <a:custGeom>
              <a:avLst/>
              <a:gdLst/>
              <a:ahLst/>
              <a:cxnLst/>
              <a:rect r="r" b="b" t="t" l="l"/>
              <a:pathLst>
                <a:path h="2959989" w="4057269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3859911" y="0"/>
                  </a:lnTo>
                  <a:cubicBezTo>
                    <a:pt x="3968877" y="0"/>
                    <a:pt x="4057269" y="88392"/>
                    <a:pt x="4057269" y="197358"/>
                  </a:cubicBezTo>
                  <a:lnTo>
                    <a:pt x="4057269" y="2762631"/>
                  </a:lnTo>
                  <a:cubicBezTo>
                    <a:pt x="4057269" y="2871597"/>
                    <a:pt x="3968877" y="2959989"/>
                    <a:pt x="3859911" y="2959989"/>
                  </a:cubicBezTo>
                  <a:lnTo>
                    <a:pt x="197358" y="2959989"/>
                  </a:lnTo>
                  <a:cubicBezTo>
                    <a:pt x="88392" y="2959989"/>
                    <a:pt x="0" y="2871597"/>
                    <a:pt x="0" y="2762631"/>
                  </a:cubicBezTo>
                  <a:close/>
                </a:path>
              </a:pathLst>
            </a:custGeom>
            <a:solidFill>
              <a:srgbClr val="6AC4EA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4525995" y="7086600"/>
            <a:ext cx="2834640" cy="833510"/>
            <a:chOff x="0" y="0"/>
            <a:chExt cx="3779520" cy="111134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779520" cy="1111346"/>
            </a:xfrm>
            <a:custGeom>
              <a:avLst/>
              <a:gdLst/>
              <a:ahLst/>
              <a:cxnLst/>
              <a:rect r="r" b="b" t="t" l="l"/>
              <a:pathLst>
                <a:path h="1111346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111346"/>
                  </a:lnTo>
                  <a:lnTo>
                    <a:pt x="0" y="1111346"/>
                  </a:lnTo>
                  <a:close/>
                </a:path>
              </a:pathLst>
            </a:custGeom>
            <a:solidFill>
              <a:srgbClr val="0D1117">
                <a:alpha val="0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779520" cy="11208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719"/>
                </a:lnSpc>
                <a:spcBef>
                  <a:spcPct val="0"/>
                </a:spcBef>
              </a:pPr>
              <a:r>
                <a:rPr lang="en-US" b="true" sz="3099" strike="noStrike" u="none">
                  <a:solidFill>
                    <a:srgbClr val="00000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next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526000" y="7728115"/>
            <a:ext cx="2834640" cy="1316736"/>
            <a:chOff x="0" y="0"/>
            <a:chExt cx="3779520" cy="17556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7795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6AC4EA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3779520" cy="1746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399" strike="noStrike" u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Ponteiro para o</a:t>
              </a:r>
            </a:p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399" strike="noStrike" u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próximo Pixel na Lista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 flipV="true">
            <a:off x="15080592" y="4822822"/>
            <a:ext cx="0" cy="1848682"/>
          </a:xfrm>
          <a:prstGeom prst="line">
            <a:avLst/>
          </a:prstGeom>
          <a:ln cap="flat" w="762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259300" y="841058"/>
            <a:ext cx="1675465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-646765" y="9455468"/>
            <a:ext cx="1675465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670229"/>
            <a:ext cx="4041647" cy="483708"/>
            <a:chOff x="0" y="0"/>
            <a:chExt cx="5388863" cy="6449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8021" cy="644944"/>
            </a:xfrm>
            <a:custGeom>
              <a:avLst/>
              <a:gdLst/>
              <a:ahLst/>
              <a:cxnLst/>
              <a:rect r="r" b="b" t="t" l="l"/>
              <a:pathLst>
                <a:path h="644944" w="668021">
                  <a:moveTo>
                    <a:pt x="0" y="0"/>
                  </a:moveTo>
                  <a:lnTo>
                    <a:pt x="668021" y="0"/>
                  </a:lnTo>
                  <a:lnTo>
                    <a:pt x="668021" y="644944"/>
                  </a:lnTo>
                  <a:lnTo>
                    <a:pt x="0" y="64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76377" y="15681"/>
              <a:ext cx="4612487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TV TUBO SIMULATOR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47295" y="1333276"/>
            <a:ext cx="10030467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99"/>
              </a:lnSpc>
            </a:pPr>
            <a:r>
              <a:rPr lang="en-US" b="true" sz="7499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FÍSICO VS LÓGICO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95238" y="3494712"/>
            <a:ext cx="7535860" cy="9601212"/>
            <a:chOff x="0" y="0"/>
            <a:chExt cx="1984753" cy="25287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4753" cy="2528714"/>
            </a:xfrm>
            <a:custGeom>
              <a:avLst/>
              <a:gdLst/>
              <a:ahLst/>
              <a:cxnLst/>
              <a:rect r="r" b="b" t="t" l="l"/>
              <a:pathLst>
                <a:path h="2528714" w="1984753">
                  <a:moveTo>
                    <a:pt x="76023" y="0"/>
                  </a:moveTo>
                  <a:lnTo>
                    <a:pt x="1908730" y="0"/>
                  </a:lnTo>
                  <a:cubicBezTo>
                    <a:pt x="1928893" y="0"/>
                    <a:pt x="1948229" y="8010"/>
                    <a:pt x="1962487" y="22267"/>
                  </a:cubicBezTo>
                  <a:cubicBezTo>
                    <a:pt x="1976744" y="36524"/>
                    <a:pt x="1984753" y="55861"/>
                    <a:pt x="1984753" y="76023"/>
                  </a:cubicBezTo>
                  <a:lnTo>
                    <a:pt x="1984753" y="2452691"/>
                  </a:lnTo>
                  <a:cubicBezTo>
                    <a:pt x="1984753" y="2472854"/>
                    <a:pt x="1976744" y="2492190"/>
                    <a:pt x="1962487" y="2506448"/>
                  </a:cubicBezTo>
                  <a:cubicBezTo>
                    <a:pt x="1948229" y="2520705"/>
                    <a:pt x="1928893" y="2528714"/>
                    <a:pt x="1908730" y="2528714"/>
                  </a:cubicBezTo>
                  <a:lnTo>
                    <a:pt x="76023" y="2528714"/>
                  </a:lnTo>
                  <a:cubicBezTo>
                    <a:pt x="55861" y="2528714"/>
                    <a:pt x="36524" y="2520705"/>
                    <a:pt x="22267" y="2506448"/>
                  </a:cubicBezTo>
                  <a:cubicBezTo>
                    <a:pt x="8010" y="2492190"/>
                    <a:pt x="0" y="2472854"/>
                    <a:pt x="0" y="2452691"/>
                  </a:cubicBezTo>
                  <a:lnTo>
                    <a:pt x="0" y="76023"/>
                  </a:lnTo>
                  <a:cubicBezTo>
                    <a:pt x="0" y="55861"/>
                    <a:pt x="8010" y="36524"/>
                    <a:pt x="22267" y="22267"/>
                  </a:cubicBezTo>
                  <a:cubicBezTo>
                    <a:pt x="36524" y="8010"/>
                    <a:pt x="55861" y="0"/>
                    <a:pt x="76023" y="0"/>
                  </a:cubicBezTo>
                  <a:close/>
                </a:path>
              </a:pathLst>
            </a:custGeom>
            <a:solidFill>
              <a:srgbClr val="6AC4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84753" cy="2566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-829129" y="3654764"/>
            <a:ext cx="9060227" cy="7170672"/>
          </a:xfrm>
          <a:custGeom>
            <a:avLst/>
            <a:gdLst/>
            <a:ahLst/>
            <a:cxnLst/>
            <a:rect r="r" b="b" t="t" l="l"/>
            <a:pathLst>
              <a:path h="7170672" w="9060227">
                <a:moveTo>
                  <a:pt x="9060226" y="0"/>
                </a:moveTo>
                <a:lnTo>
                  <a:pt x="0" y="0"/>
                </a:lnTo>
                <a:lnTo>
                  <a:pt x="0" y="7170673"/>
                </a:lnTo>
                <a:lnTo>
                  <a:pt x="9060226" y="7170673"/>
                </a:lnTo>
                <a:lnTo>
                  <a:pt x="9060226" y="0"/>
                </a:lnTo>
                <a:close/>
              </a:path>
            </a:pathLst>
          </a:custGeom>
          <a:blipFill>
            <a:blip r:embed="rId4"/>
            <a:stretch>
              <a:fillRect l="-750" t="0" r="0" b="-2379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64431" y="2752905"/>
            <a:ext cx="6179836" cy="59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5"/>
              </a:lnSpc>
              <a:spcBef>
                <a:spcPct val="0"/>
              </a:spcBef>
            </a:pPr>
            <a:r>
              <a:rPr lang="en-US" b="true" sz="412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MUNDO REAL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8809" y="3847137"/>
            <a:ext cx="7652289" cy="107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4"/>
              </a:lnSpc>
            </a:pPr>
            <a:r>
              <a:rPr lang="en-US" b="true" sz="733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SCANLINE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8809" y="4772277"/>
            <a:ext cx="7652289" cy="65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b="true" sz="443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Linha da TV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0334" y="5640925"/>
            <a:ext cx="6865666" cy="256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7"/>
              </a:lnSpc>
              <a:spcBef>
                <a:spcPct val="0"/>
              </a:spcBef>
            </a:pP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eixe de </a:t>
            </a: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létrons </a:t>
            </a: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iaja apenas em </a:t>
            </a:r>
            <a:r>
              <a:rPr lang="en-US" b="true" sz="3648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uma direção</a:t>
            </a: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 </a:t>
            </a: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esquerda </a:t>
            </a: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</a:t>
            </a: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a</a:t>
            </a: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direita). </a:t>
            </a: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Não</a:t>
            </a:r>
            <a:r>
              <a:rPr lang="en-US" sz="36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pode "pular" espaços vazios.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47574" y="1549937"/>
            <a:ext cx="7535860" cy="11380327"/>
            <a:chOff x="0" y="0"/>
            <a:chExt cx="1984753" cy="2997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84753" cy="2997288"/>
            </a:xfrm>
            <a:custGeom>
              <a:avLst/>
              <a:gdLst/>
              <a:ahLst/>
              <a:cxnLst/>
              <a:rect r="r" b="b" t="t" l="l"/>
              <a:pathLst>
                <a:path h="2997288" w="1984753">
                  <a:moveTo>
                    <a:pt x="76023" y="0"/>
                  </a:moveTo>
                  <a:lnTo>
                    <a:pt x="1908730" y="0"/>
                  </a:lnTo>
                  <a:cubicBezTo>
                    <a:pt x="1928893" y="0"/>
                    <a:pt x="1948229" y="8010"/>
                    <a:pt x="1962487" y="22267"/>
                  </a:cubicBezTo>
                  <a:cubicBezTo>
                    <a:pt x="1976744" y="36524"/>
                    <a:pt x="1984753" y="55861"/>
                    <a:pt x="1984753" y="76023"/>
                  </a:cubicBezTo>
                  <a:lnTo>
                    <a:pt x="1984753" y="2921264"/>
                  </a:lnTo>
                  <a:cubicBezTo>
                    <a:pt x="1984753" y="2941427"/>
                    <a:pt x="1976744" y="2960764"/>
                    <a:pt x="1962487" y="2975021"/>
                  </a:cubicBezTo>
                  <a:cubicBezTo>
                    <a:pt x="1948229" y="2989278"/>
                    <a:pt x="1928893" y="2997288"/>
                    <a:pt x="1908730" y="2997288"/>
                  </a:cubicBezTo>
                  <a:lnTo>
                    <a:pt x="76023" y="2997288"/>
                  </a:lnTo>
                  <a:cubicBezTo>
                    <a:pt x="55861" y="2997288"/>
                    <a:pt x="36524" y="2989278"/>
                    <a:pt x="22267" y="2975021"/>
                  </a:cubicBezTo>
                  <a:cubicBezTo>
                    <a:pt x="8010" y="2960764"/>
                    <a:pt x="0" y="2941427"/>
                    <a:pt x="0" y="2921264"/>
                  </a:cubicBezTo>
                  <a:lnTo>
                    <a:pt x="0" y="76023"/>
                  </a:lnTo>
                  <a:cubicBezTo>
                    <a:pt x="0" y="55861"/>
                    <a:pt x="8010" y="36524"/>
                    <a:pt x="22267" y="22267"/>
                  </a:cubicBezTo>
                  <a:cubicBezTo>
                    <a:pt x="36524" y="8010"/>
                    <a:pt x="55861" y="0"/>
                    <a:pt x="76023" y="0"/>
                  </a:cubicBezTo>
                  <a:close/>
                </a:path>
              </a:pathLst>
            </a:custGeom>
            <a:solidFill>
              <a:srgbClr val="6AC4E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84753" cy="3035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2670" y="808980"/>
            <a:ext cx="6865666" cy="59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5"/>
              </a:lnSpc>
              <a:spcBef>
                <a:spcPct val="0"/>
              </a:spcBef>
            </a:pPr>
            <a:r>
              <a:rPr lang="en-US" b="true" sz="412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MUNDO COMPUTACIONAL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89359" y="2039247"/>
            <a:ext cx="7652289" cy="2034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4"/>
              </a:lnSpc>
            </a:pPr>
            <a:r>
              <a:rPr lang="en-US" b="true" sz="733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ESTRUTURA LÓGICA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2670" y="4160715"/>
            <a:ext cx="6865666" cy="3027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7"/>
              </a:lnSpc>
              <a:spcBef>
                <a:spcPct val="0"/>
              </a:spcBef>
            </a:pPr>
            <a:r>
              <a:rPr lang="en-US" sz="34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algoritmo entra obrigatoriamente pela </a:t>
            </a:r>
            <a:r>
              <a:rPr lang="en-US" b="true" sz="3448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cabeça </a:t>
            </a:r>
            <a:r>
              <a:rPr lang="en-US" sz="34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3448" i="true" strike="noStrike" u="non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head</a:t>
            </a:r>
            <a:r>
              <a:rPr lang="en-US" sz="34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 e viaja usando os </a:t>
            </a:r>
            <a:r>
              <a:rPr lang="en-US" b="true" sz="3448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ponteiros </a:t>
            </a:r>
            <a:r>
              <a:rPr lang="en-US" sz="34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3448" i="true" strike="noStrike" u="non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next</a:t>
            </a:r>
            <a:r>
              <a:rPr lang="en-US" sz="3448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), simulando o movimento do feixe.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88803" y="7511014"/>
            <a:ext cx="6853401" cy="1507985"/>
            <a:chOff x="0" y="0"/>
            <a:chExt cx="9137868" cy="2010647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4990511" y="0"/>
              <a:ext cx="4147356" cy="2010647"/>
              <a:chOff x="0" y="0"/>
              <a:chExt cx="812800" cy="39404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394047"/>
              </a:xfrm>
              <a:custGeom>
                <a:avLst/>
                <a:gdLst/>
                <a:ahLst/>
                <a:cxnLst/>
                <a:rect r="r" b="b" t="t" l="l"/>
                <a:pathLst>
                  <a:path h="394047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94047"/>
                    </a:lnTo>
                    <a:lnTo>
                      <a:pt x="0" y="394047"/>
                    </a:lnTo>
                    <a:close/>
                  </a:path>
                </a:pathLst>
              </a:custGeom>
              <a:solidFill>
                <a:srgbClr val="08719E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812800" cy="432147"/>
              </a:xfrm>
              <a:prstGeom prst="rect">
                <a:avLst/>
              </a:prstGeom>
            </p:spPr>
            <p:txBody>
              <a:bodyPr anchor="ctr" rtlCol="false" tIns="34132" lIns="34132" bIns="34132" rIns="34132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7770861" y="0"/>
              <a:ext cx="1367006" cy="2010647"/>
              <a:chOff x="0" y="0"/>
              <a:chExt cx="267906" cy="39404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67906" cy="394047"/>
              </a:xfrm>
              <a:custGeom>
                <a:avLst/>
                <a:gdLst/>
                <a:ahLst/>
                <a:cxnLst/>
                <a:rect r="r" b="b" t="t" l="l"/>
                <a:pathLst>
                  <a:path h="394047" w="267906">
                    <a:moveTo>
                      <a:pt x="0" y="0"/>
                    </a:moveTo>
                    <a:lnTo>
                      <a:pt x="267906" y="0"/>
                    </a:lnTo>
                    <a:lnTo>
                      <a:pt x="267906" y="394047"/>
                    </a:lnTo>
                    <a:lnTo>
                      <a:pt x="0" y="394047"/>
                    </a:lnTo>
                    <a:close/>
                  </a:path>
                </a:pathLst>
              </a:custGeom>
              <a:solidFill>
                <a:srgbClr val="08719E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67906" cy="432147"/>
              </a:xfrm>
              <a:prstGeom prst="rect">
                <a:avLst/>
              </a:prstGeom>
            </p:spPr>
            <p:txBody>
              <a:bodyPr anchor="ctr" rtlCol="false" tIns="34132" lIns="34132" bIns="34132" rIns="34132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4147356" cy="2010647"/>
              <a:chOff x="0" y="0"/>
              <a:chExt cx="812800" cy="39404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394047"/>
              </a:xfrm>
              <a:custGeom>
                <a:avLst/>
                <a:gdLst/>
                <a:ahLst/>
                <a:cxnLst/>
                <a:rect r="r" b="b" t="t" l="l"/>
                <a:pathLst>
                  <a:path h="394047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94047"/>
                    </a:lnTo>
                    <a:lnTo>
                      <a:pt x="0" y="394047"/>
                    </a:lnTo>
                    <a:close/>
                  </a:path>
                </a:pathLst>
              </a:custGeom>
              <a:solidFill>
                <a:srgbClr val="08719E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812800" cy="432147"/>
              </a:xfrm>
              <a:prstGeom prst="rect">
                <a:avLst/>
              </a:prstGeom>
            </p:spPr>
            <p:txBody>
              <a:bodyPr anchor="ctr" rtlCol="false" tIns="34132" lIns="34132" bIns="34132" rIns="34132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2780350" y="0"/>
              <a:ext cx="1367006" cy="2010647"/>
              <a:chOff x="0" y="0"/>
              <a:chExt cx="267906" cy="394047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67906" cy="394047"/>
              </a:xfrm>
              <a:custGeom>
                <a:avLst/>
                <a:gdLst/>
                <a:ahLst/>
                <a:cxnLst/>
                <a:rect r="r" b="b" t="t" l="l"/>
                <a:pathLst>
                  <a:path h="394047" w="267906">
                    <a:moveTo>
                      <a:pt x="0" y="0"/>
                    </a:moveTo>
                    <a:lnTo>
                      <a:pt x="267906" y="0"/>
                    </a:lnTo>
                    <a:lnTo>
                      <a:pt x="267906" y="394047"/>
                    </a:lnTo>
                    <a:lnTo>
                      <a:pt x="0" y="394047"/>
                    </a:lnTo>
                    <a:close/>
                  </a:path>
                </a:pathLst>
              </a:custGeom>
              <a:solidFill>
                <a:srgbClr val="08719E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267906" cy="432147"/>
              </a:xfrm>
              <a:prstGeom prst="rect">
                <a:avLst/>
              </a:prstGeom>
            </p:spPr>
            <p:txBody>
              <a:bodyPr anchor="ctr" rtlCol="false" tIns="34132" lIns="34132" bIns="34132" rIns="34132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AutoShape 35" id="35"/>
            <p:cNvSpPr/>
            <p:nvPr/>
          </p:nvSpPr>
          <p:spPr>
            <a:xfrm>
              <a:off x="3463853" y="1005323"/>
              <a:ext cx="1526659" cy="0"/>
            </a:xfrm>
            <a:prstGeom prst="line">
              <a:avLst/>
            </a:prstGeom>
            <a:ln cap="flat" w="95256">
              <a:solidFill>
                <a:srgbClr val="FFFFFF"/>
              </a:solidFill>
              <a:prstDash val="solid"/>
              <a:headEnd type="none" len="sm" w="sm"/>
              <a:tailEnd type="arrow" len="sm" w="med"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6279933" y="8415728"/>
            <a:ext cx="868404" cy="1206542"/>
            <a:chOff x="0" y="0"/>
            <a:chExt cx="1157872" cy="1608722"/>
          </a:xfrm>
        </p:grpSpPr>
        <p:sp>
          <p:nvSpPr>
            <p:cNvPr name="AutoShape 37" id="37"/>
            <p:cNvSpPr/>
            <p:nvPr/>
          </p:nvSpPr>
          <p:spPr>
            <a:xfrm flipH="true">
              <a:off x="535639" y="0"/>
              <a:ext cx="0" cy="1157872"/>
            </a:xfrm>
            <a:prstGeom prst="line">
              <a:avLst/>
            </a:prstGeom>
            <a:ln cap="flat" w="889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 flipH="true">
              <a:off x="0" y="1157872"/>
              <a:ext cx="1157872" cy="0"/>
            </a:xfrm>
            <a:prstGeom prst="line">
              <a:avLst/>
            </a:prstGeom>
            <a:ln cap="rnd" w="889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 flipH="true">
              <a:off x="147959" y="1361072"/>
              <a:ext cx="861954" cy="0"/>
            </a:xfrm>
            <a:prstGeom prst="line">
              <a:avLst/>
            </a:prstGeom>
            <a:ln cap="rnd" w="889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 flipH="true">
              <a:off x="259220" y="1564272"/>
              <a:ext cx="639431" cy="0"/>
            </a:xfrm>
            <a:prstGeom prst="line">
              <a:avLst/>
            </a:prstGeom>
            <a:ln cap="rnd" w="889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0288803" y="8959532"/>
            <a:ext cx="1034534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head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780638" y="7976230"/>
            <a:ext cx="138668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255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86403" y="7945919"/>
            <a:ext cx="138668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128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24597" y="-2330528"/>
            <a:ext cx="19465267" cy="16042826"/>
            <a:chOff x="0" y="0"/>
            <a:chExt cx="25953689" cy="21390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229237" y="11425064"/>
              <a:ext cx="15724451" cy="9965371"/>
            </a:xfrm>
            <a:custGeom>
              <a:avLst/>
              <a:gdLst/>
              <a:ahLst/>
              <a:cxnLst/>
              <a:rect r="r" b="b" t="t" l="l"/>
              <a:pathLst>
                <a:path h="9965371" w="15724451">
                  <a:moveTo>
                    <a:pt x="0" y="0"/>
                  </a:moveTo>
                  <a:lnTo>
                    <a:pt x="15724452" y="0"/>
                  </a:lnTo>
                  <a:lnTo>
                    <a:pt x="15724452" y="9965371"/>
                  </a:lnTo>
                  <a:lnTo>
                    <a:pt x="0" y="9965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24451" cy="9965371"/>
            </a:xfrm>
            <a:custGeom>
              <a:avLst/>
              <a:gdLst/>
              <a:ahLst/>
              <a:cxnLst/>
              <a:rect r="r" b="b" t="t" l="l"/>
              <a:pathLst>
                <a:path h="9965371" w="15724451">
                  <a:moveTo>
                    <a:pt x="0" y="0"/>
                  </a:moveTo>
                  <a:lnTo>
                    <a:pt x="15724451" y="0"/>
                  </a:lnTo>
                  <a:lnTo>
                    <a:pt x="15724451" y="9965371"/>
                  </a:lnTo>
                  <a:lnTo>
                    <a:pt x="0" y="9965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20108" y="695070"/>
            <a:ext cx="16459200" cy="1859277"/>
            <a:chOff x="0" y="0"/>
            <a:chExt cx="21945600" cy="24790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479036"/>
            </a:xfrm>
            <a:custGeom>
              <a:avLst/>
              <a:gdLst/>
              <a:ahLst/>
              <a:cxnLst/>
              <a:rect r="r" b="b" t="t" l="l"/>
              <a:pathLst>
                <a:path h="247903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79036"/>
                  </a:lnTo>
                  <a:lnTo>
                    <a:pt x="0" y="24790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2982" r="0" b="-1019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1945600" cy="2431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7799"/>
                </a:lnSpc>
                <a:spcBef>
                  <a:spcPct val="0"/>
                </a:spcBef>
              </a:pPr>
              <a:r>
                <a:rPr lang="en-US" b="true" sz="7499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LISTA.JAVA — A SCANLINE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0108" y="3647879"/>
            <a:ext cx="7315200" cy="557137"/>
            <a:chOff x="0" y="0"/>
            <a:chExt cx="9753600" cy="7428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742849"/>
            </a:xfrm>
            <a:custGeom>
              <a:avLst/>
              <a:gdLst/>
              <a:ahLst/>
              <a:cxnLst/>
              <a:rect r="r" b="b" t="t" l="l"/>
              <a:pathLst>
                <a:path h="74284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83" r="0" b="-20179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9753600" cy="80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B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LISTA SIMPLESMENTE ENCADEADA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0108" y="4205016"/>
            <a:ext cx="12352125" cy="5256926"/>
            <a:chOff x="0" y="0"/>
            <a:chExt cx="16469500" cy="700923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4303800" cy="7009234"/>
              <a:chOff x="0" y="0"/>
              <a:chExt cx="12361552" cy="605748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361552" cy="6057482"/>
              </a:xfrm>
              <a:custGeom>
                <a:avLst/>
                <a:gdLst/>
                <a:ahLst/>
                <a:cxnLst/>
                <a:rect r="r" b="b" t="t" l="l"/>
                <a:pathLst>
                  <a:path h="6057482" w="12361552">
                    <a:moveTo>
                      <a:pt x="0" y="173032"/>
                    </a:moveTo>
                    <a:cubicBezTo>
                      <a:pt x="0" y="77511"/>
                      <a:pt x="100875" y="0"/>
                      <a:pt x="225190" y="0"/>
                    </a:cubicBezTo>
                    <a:lnTo>
                      <a:pt x="12136361" y="0"/>
                    </a:lnTo>
                    <a:cubicBezTo>
                      <a:pt x="12260676" y="0"/>
                      <a:pt x="12361552" y="77511"/>
                      <a:pt x="12361552" y="173032"/>
                    </a:cubicBezTo>
                    <a:lnTo>
                      <a:pt x="12361552" y="5884449"/>
                    </a:lnTo>
                    <a:cubicBezTo>
                      <a:pt x="12361552" y="5980061"/>
                      <a:pt x="12260676" y="6057482"/>
                      <a:pt x="12136362" y="6057482"/>
                    </a:cubicBezTo>
                    <a:lnTo>
                      <a:pt x="225190" y="6057482"/>
                    </a:lnTo>
                    <a:cubicBezTo>
                      <a:pt x="100875" y="6057482"/>
                      <a:pt x="0" y="5979971"/>
                      <a:pt x="0" y="5884449"/>
                    </a:cubicBezTo>
                    <a:close/>
                  </a:path>
                </a:pathLst>
              </a:custGeom>
              <a:solidFill>
                <a:srgbClr val="0D1117"/>
              </a:solidFill>
              <a:ln w="38100" cap="sq">
                <a:solidFill>
                  <a:srgbClr val="1E3A1E"/>
                </a:solidFill>
                <a:prstDash val="solid"/>
                <a:miter/>
              </a:ln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361613" y="255113"/>
              <a:ext cx="11496470" cy="996531"/>
              <a:chOff x="0" y="0"/>
              <a:chExt cx="9935416" cy="86121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935416" cy="861216"/>
              </a:xfrm>
              <a:custGeom>
                <a:avLst/>
                <a:gdLst/>
                <a:ahLst/>
                <a:cxnLst/>
                <a:rect r="r" b="b" t="t" l="l"/>
                <a:pathLst>
                  <a:path h="861216" w="9935416">
                    <a:moveTo>
                      <a:pt x="0" y="0"/>
                    </a:moveTo>
                    <a:lnTo>
                      <a:pt x="9935416" y="0"/>
                    </a:lnTo>
                    <a:lnTo>
                      <a:pt x="9935416" y="861216"/>
                    </a:lnTo>
                    <a:lnTo>
                      <a:pt x="0" y="861216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41722" r="-25166" b="-220999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9935416" cy="87074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0" indent="0" lvl="0">
                  <a:lnSpc>
                    <a:spcPts val="2880"/>
                  </a:lnSpc>
                  <a:spcBef>
                    <a:spcPct val="0"/>
                  </a:spcBef>
                </a:pPr>
                <a:r>
                  <a:rPr lang="en-US" sz="2400" strike="noStrike" u="none">
                    <a:solidFill>
                      <a:srgbClr val="00B32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Lista.java — setPixel(index, value)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361613" y="1251643"/>
              <a:ext cx="16107888" cy="5757591"/>
              <a:chOff x="0" y="0"/>
              <a:chExt cx="13920670" cy="497579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920670" cy="4975793"/>
              </a:xfrm>
              <a:custGeom>
                <a:avLst/>
                <a:gdLst/>
                <a:ahLst/>
                <a:cxnLst/>
                <a:rect r="r" b="b" t="t" l="l"/>
                <a:pathLst>
                  <a:path h="4975793" w="13920670">
                    <a:moveTo>
                      <a:pt x="0" y="0"/>
                    </a:moveTo>
                    <a:lnTo>
                      <a:pt x="13920670" y="0"/>
                    </a:lnTo>
                    <a:lnTo>
                      <a:pt x="13920670" y="4975793"/>
                    </a:lnTo>
                    <a:lnTo>
                      <a:pt x="0" y="4975793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20508" t="0" r="-9841" b="-42115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13920670" cy="49853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6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public void </a:t>
                </a:r>
                <a:r>
                  <a:rPr lang="en-US" sz="26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setPixel(</a:t>
                </a:r>
                <a:r>
                  <a:rPr lang="en-US" sz="26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en-US" sz="26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index, </a:t>
                </a:r>
                <a:r>
                  <a:rPr lang="en-US" sz="26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en-US" sz="26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value) {</a:t>
                </a:r>
              </a:p>
              <a:p>
                <a:pPr algn="l">
                  <a:lnSpc>
                    <a:spcPts val="3239"/>
                  </a:lnSpc>
                </a:pPr>
                <a:r>
                  <a:rPr lang="en-US" sz="2699">
                    <a:solidFill>
                      <a:srgbClr val="FFD7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Pixel</a:t>
                </a:r>
                <a:r>
                  <a:rPr lang="en-US" sz="26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current = head;</a:t>
                </a:r>
              </a:p>
              <a:p>
                <a:pPr algn="l">
                  <a:lnSpc>
                    <a:spcPts val="3239"/>
                  </a:lnSpc>
                </a:pPr>
              </a:p>
              <a:p>
                <a:pPr algn="l">
                  <a:lnSpc>
                    <a:spcPts val="3239"/>
                  </a:lnSpc>
                </a:pPr>
                <a:r>
                  <a:rPr lang="en-US" sz="2699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// Percurso sequencial — NÃO há acesso direto</a:t>
                </a:r>
              </a:p>
              <a:p>
                <a:pPr algn="l">
                  <a:lnSpc>
                    <a:spcPts val="3239"/>
                  </a:lnSpc>
                </a:pPr>
                <a:r>
                  <a:rPr lang="en-US" sz="26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for (int</a:t>
                </a:r>
                <a:r>
                  <a:rPr lang="en-US" sz="26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i = 0; i &lt; index; i++)</a:t>
                </a:r>
              </a:p>
              <a:p>
                <a:pPr algn="l">
                  <a:lnSpc>
                    <a:spcPts val="3239"/>
                  </a:lnSpc>
                </a:pPr>
                <a:r>
                  <a:rPr lang="en-US" sz="26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current = current.</a:t>
                </a:r>
                <a:r>
                  <a:rPr lang="en-US" sz="2699" b="true">
                    <a:solidFill>
                      <a:srgbClr val="FFB000"/>
                    </a:solidFill>
                    <a:latin typeface="Courier New Bold"/>
                    <a:ea typeface="Courier New Bold"/>
                    <a:cs typeface="Courier New Bold"/>
                    <a:sym typeface="Courier New Bold"/>
                  </a:rPr>
                  <a:t>next</a:t>
                </a:r>
                <a:r>
                  <a:rPr lang="en-US" sz="2699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;   // ← avança nó a nó</a:t>
                </a:r>
              </a:p>
              <a:p>
                <a:pPr algn="l">
                  <a:lnSpc>
                    <a:spcPts val="3239"/>
                  </a:lnSpc>
                </a:pPr>
              </a:p>
              <a:p>
                <a:pPr algn="l">
                  <a:lnSpc>
                    <a:spcPts val="3239"/>
                  </a:lnSpc>
                </a:pPr>
                <a:r>
                  <a:rPr lang="en-US" sz="26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current.value = value;</a:t>
                </a:r>
              </a:p>
              <a:p>
                <a:pPr algn="l">
                  <a:lnSpc>
                    <a:spcPts val="3239"/>
                  </a:lnSpc>
                </a:pPr>
                <a:r>
                  <a:rPr lang="en-US" sz="26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518798" y="2189569"/>
            <a:ext cx="11244285" cy="993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9"/>
              </a:lnSpc>
              <a:spcBef>
                <a:spcPct val="0"/>
              </a:spcBef>
            </a:pPr>
            <a:r>
              <a:rPr lang="en-US" sz="287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2878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 linha horizontal da tela (scanline), representada por uma </a:t>
            </a:r>
            <a:r>
              <a:rPr lang="en-US" b="true" sz="2878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lista simplesmente encadeada.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526979" y="2377079"/>
            <a:ext cx="6379977" cy="9273900"/>
            <a:chOff x="0" y="0"/>
            <a:chExt cx="10617463" cy="154334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17502" cy="15433526"/>
            </a:xfrm>
            <a:custGeom>
              <a:avLst/>
              <a:gdLst/>
              <a:ahLst/>
              <a:cxnLst/>
              <a:rect r="r" b="b" t="t" l="l"/>
              <a:pathLst>
                <a:path h="15433526" w="10617502">
                  <a:moveTo>
                    <a:pt x="0" y="1029045"/>
                  </a:moveTo>
                  <a:cubicBezTo>
                    <a:pt x="0" y="460885"/>
                    <a:pt x="103633" y="0"/>
                    <a:pt x="231388" y="0"/>
                  </a:cubicBezTo>
                  <a:lnTo>
                    <a:pt x="10386120" y="0"/>
                  </a:lnTo>
                  <a:cubicBezTo>
                    <a:pt x="10513875" y="0"/>
                    <a:pt x="10617502" y="460885"/>
                    <a:pt x="10617502" y="1029045"/>
                  </a:cubicBezTo>
                  <a:lnTo>
                    <a:pt x="10617502" y="14404642"/>
                  </a:lnTo>
                  <a:cubicBezTo>
                    <a:pt x="10617502" y="14972801"/>
                    <a:pt x="10513875" y="15433526"/>
                    <a:pt x="10386120" y="15433526"/>
                  </a:cubicBezTo>
                  <a:lnTo>
                    <a:pt x="231388" y="15433526"/>
                  </a:lnTo>
                  <a:cubicBezTo>
                    <a:pt x="103633" y="15433526"/>
                    <a:pt x="0" y="14972801"/>
                    <a:pt x="0" y="14404642"/>
                  </a:cubicBezTo>
                  <a:close/>
                </a:path>
              </a:pathLst>
            </a:custGeom>
            <a:solidFill>
              <a:srgbClr val="222222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742058" y="2377079"/>
            <a:ext cx="5963061" cy="2039995"/>
            <a:chOff x="0" y="0"/>
            <a:chExt cx="7785003" cy="26632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785003" cy="2663292"/>
            </a:xfrm>
            <a:custGeom>
              <a:avLst/>
              <a:gdLst/>
              <a:ahLst/>
              <a:cxnLst/>
              <a:rect r="r" b="b" t="t" l="l"/>
              <a:pathLst>
                <a:path h="2663292" w="7785003">
                  <a:moveTo>
                    <a:pt x="0" y="0"/>
                  </a:moveTo>
                  <a:lnTo>
                    <a:pt x="7785003" y="0"/>
                  </a:lnTo>
                  <a:lnTo>
                    <a:pt x="7785003" y="2663292"/>
                  </a:lnTo>
                  <a:lnTo>
                    <a:pt x="0" y="26632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006" r="-6493" b="2469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7785003" cy="2644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9"/>
                </a:lnSpc>
                <a:spcBef>
                  <a:spcPct val="0"/>
                </a:spcBef>
              </a:pPr>
              <a:r>
                <a:rPr lang="en-US" b="true" sz="3999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Por que </a:t>
              </a:r>
              <a:r>
                <a:rPr lang="en-US" b="true" sz="3999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não </a:t>
              </a:r>
              <a:r>
                <a:rPr lang="en-US" b="true" sz="3999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</a:t>
              </a:r>
              <a:r>
                <a:rPr lang="en-US" b="true" sz="3999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 A</a:t>
              </a:r>
              <a:r>
                <a:rPr lang="en-US" b="true" sz="3999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</a:t>
              </a:r>
              <a:r>
                <a:rPr lang="en-US" b="true" sz="3999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ray c</a:t>
              </a:r>
              <a:r>
                <a:rPr lang="en-US" b="true" sz="3999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</a:t>
              </a:r>
              <a:r>
                <a:rPr lang="en-US" b="true" sz="3999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</a:t>
              </a:r>
              <a:r>
                <a:rPr lang="en-US" b="true" sz="3999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</a:t>
              </a:r>
              <a:r>
                <a:rPr lang="en-US" b="true" sz="3999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</a:t>
              </a:r>
              <a:r>
                <a:rPr lang="en-US" b="true" sz="3999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?</a:t>
              </a:r>
            </a:p>
            <a:p>
              <a:pPr algn="l" marL="0" indent="0" lvl="0">
                <a:lnSpc>
                  <a:spcPts val="41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526979" y="3869053"/>
            <a:ext cx="6178139" cy="5928850"/>
            <a:chOff x="0" y="0"/>
            <a:chExt cx="5695077" cy="5465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95077" cy="5465280"/>
            </a:xfrm>
            <a:custGeom>
              <a:avLst/>
              <a:gdLst/>
              <a:ahLst/>
              <a:cxnLst/>
              <a:rect r="r" b="b" t="t" l="l"/>
              <a:pathLst>
                <a:path h="5465280" w="5695077">
                  <a:moveTo>
                    <a:pt x="0" y="0"/>
                  </a:moveTo>
                  <a:lnTo>
                    <a:pt x="5695077" y="0"/>
                  </a:lnTo>
                  <a:lnTo>
                    <a:pt x="5695077" y="5465280"/>
                  </a:lnTo>
                  <a:lnTo>
                    <a:pt x="0" y="5465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96" r="-45574" b="5438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5695077" cy="5522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8289" indent="-289145" lvl="1">
                <a:lnSpc>
                  <a:spcPts val="3749"/>
                </a:lnSpc>
                <a:buFont typeface="Arial"/>
                <a:buChar char="•"/>
              </a:pP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tur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za do tub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 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CRT 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exige 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 </a:t>
              </a:r>
              <a:r>
                <a:rPr lang="en-US" b="true" sz="2678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percurso físico e sequencial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</a:p>
            <a:p>
              <a:pPr algn="l" marL="578289" indent="-289145" lvl="1">
                <a:lnSpc>
                  <a:spcPts val="3749"/>
                </a:lnSpc>
                <a:buFont typeface="Arial"/>
                <a:buChar char="•"/>
              </a:pP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comando</a:t>
              </a:r>
              <a:r>
                <a:rPr lang="en-US" sz="2678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 curre</a:t>
              </a:r>
              <a:r>
                <a:rPr lang="en-US" sz="2678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n</a:t>
              </a:r>
              <a:r>
                <a:rPr lang="en-US" sz="2678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t</a:t>
              </a:r>
              <a:r>
                <a:rPr lang="en-US" sz="2678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 </a:t>
              </a:r>
              <a:r>
                <a:rPr lang="en-US" sz="2678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=</a:t>
              </a:r>
              <a:r>
                <a:rPr lang="en-US" sz="2678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 </a:t>
              </a:r>
              <a:r>
                <a:rPr lang="en-US" sz="2678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curre</a:t>
              </a:r>
              <a:r>
                <a:rPr lang="en-US" sz="2678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n</a:t>
              </a:r>
              <a:r>
                <a:rPr lang="en-US" sz="2678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t.ne</a:t>
              </a:r>
              <a:r>
                <a:rPr lang="en-US" sz="2678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xt 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é a representação matemática perfeita do </a:t>
              </a:r>
              <a:r>
                <a:rPr lang="en-US" b="true" sz="2678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feixe de elétrons viajando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</a:p>
            <a:p>
              <a:pPr algn="l" marL="578289" indent="-289145" lvl="1">
                <a:lnSpc>
                  <a:spcPts val="3749"/>
                </a:lnSpc>
                <a:buFont typeface="Arial"/>
                <a:buChar char="•"/>
              </a:pP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Para acender o 40º pixel, o algoritmo obrigatoriamente percorre os 39 anteriores, complexidade O(</a:t>
              </a:r>
              <a:r>
                <a:rPr lang="en-US" sz="2678" i="true" strike="noStrike" u="non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N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),</a:t>
              </a:r>
              <a:r>
                <a:rPr lang="en-US" sz="2678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b="true" sz="2678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simulando a restrição física do hardware.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8700" y="544992"/>
            <a:ext cx="4041647" cy="483708"/>
            <a:chOff x="0" y="0"/>
            <a:chExt cx="5388863" cy="6449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8021" cy="644944"/>
            </a:xfrm>
            <a:custGeom>
              <a:avLst/>
              <a:gdLst/>
              <a:ahLst/>
              <a:cxnLst/>
              <a:rect r="r" b="b" t="t" l="l"/>
              <a:pathLst>
                <a:path h="644944" w="668021">
                  <a:moveTo>
                    <a:pt x="0" y="0"/>
                  </a:moveTo>
                  <a:lnTo>
                    <a:pt x="668021" y="0"/>
                  </a:lnTo>
                  <a:lnTo>
                    <a:pt x="668021" y="644944"/>
                  </a:lnTo>
                  <a:lnTo>
                    <a:pt x="0" y="64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776377" y="15681"/>
              <a:ext cx="4612487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TV TUBO SIMULATOR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24597" y="-2330528"/>
            <a:ext cx="11793338" cy="7474028"/>
          </a:xfrm>
          <a:custGeom>
            <a:avLst/>
            <a:gdLst/>
            <a:ahLst/>
            <a:cxnLst/>
            <a:rect r="r" b="b" t="t" l="l"/>
            <a:pathLst>
              <a:path h="7474028" w="11793338">
                <a:moveTo>
                  <a:pt x="0" y="0"/>
                </a:moveTo>
                <a:lnTo>
                  <a:pt x="11793338" y="0"/>
                </a:lnTo>
                <a:lnTo>
                  <a:pt x="11793338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92809" y="5143500"/>
            <a:ext cx="11793338" cy="7474028"/>
          </a:xfrm>
          <a:custGeom>
            <a:avLst/>
            <a:gdLst/>
            <a:ahLst/>
            <a:cxnLst/>
            <a:rect r="r" b="b" t="t" l="l"/>
            <a:pathLst>
              <a:path h="7474028" w="11793338">
                <a:moveTo>
                  <a:pt x="0" y="0"/>
                </a:moveTo>
                <a:lnTo>
                  <a:pt x="11793339" y="0"/>
                </a:lnTo>
                <a:lnTo>
                  <a:pt x="11793339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760179"/>
            <a:ext cx="8483638" cy="180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b="true" sz="650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A ARQUITETURA DA MULTILISTA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-646765" y="9455468"/>
            <a:ext cx="1675465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660701" y="-4818225"/>
            <a:ext cx="7572419" cy="6553584"/>
          </a:xfrm>
          <a:custGeom>
            <a:avLst/>
            <a:gdLst/>
            <a:ahLst/>
            <a:cxnLst/>
            <a:rect r="r" b="b" t="t" l="l"/>
            <a:pathLst>
              <a:path h="6553584" w="7572419">
                <a:moveTo>
                  <a:pt x="0" y="0"/>
                </a:moveTo>
                <a:lnTo>
                  <a:pt x="7572419" y="0"/>
                </a:lnTo>
                <a:lnTo>
                  <a:pt x="7572419" y="6553584"/>
                </a:lnTo>
                <a:lnTo>
                  <a:pt x="0" y="6553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670229"/>
            <a:ext cx="501016" cy="483708"/>
          </a:xfrm>
          <a:custGeom>
            <a:avLst/>
            <a:gdLst/>
            <a:ahLst/>
            <a:cxnLst/>
            <a:rect r="r" b="b" t="t" l="l"/>
            <a:pathLst>
              <a:path h="483708" w="501016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28102" y="2347570"/>
            <a:ext cx="8237617" cy="6590094"/>
          </a:xfrm>
          <a:custGeom>
            <a:avLst/>
            <a:gdLst/>
            <a:ahLst/>
            <a:cxnLst/>
            <a:rect r="r" b="b" t="t" l="l"/>
            <a:pathLst>
              <a:path h="6590094" w="8237617">
                <a:moveTo>
                  <a:pt x="0" y="0"/>
                </a:moveTo>
                <a:lnTo>
                  <a:pt x="8237617" y="0"/>
                </a:lnTo>
                <a:lnTo>
                  <a:pt x="8237617" y="6590094"/>
                </a:lnTo>
                <a:lnTo>
                  <a:pt x="0" y="65900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60701" y="9258300"/>
            <a:ext cx="7572419" cy="6553584"/>
          </a:xfrm>
          <a:custGeom>
            <a:avLst/>
            <a:gdLst/>
            <a:ahLst/>
            <a:cxnLst/>
            <a:rect r="r" b="b" t="t" l="l"/>
            <a:pathLst>
              <a:path h="6553584" w="7572419">
                <a:moveTo>
                  <a:pt x="0" y="0"/>
                </a:moveTo>
                <a:lnTo>
                  <a:pt x="7572419" y="0"/>
                </a:lnTo>
                <a:lnTo>
                  <a:pt x="7572419" y="6553584"/>
                </a:lnTo>
                <a:lnTo>
                  <a:pt x="0" y="6553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0983" y="672465"/>
            <a:ext cx="345936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TV TUBO SIMULATOR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537177"/>
            <a:ext cx="7803145" cy="95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2"/>
              </a:lnSpc>
              <a:spcBef>
                <a:spcPct val="0"/>
              </a:spcBef>
            </a:pP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Como 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empilhar 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30 scanlines para formar a 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tela completa?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964185"/>
            <a:ext cx="3566204" cy="586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999" b="true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O Desafio: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472060"/>
            <a:ext cx="7803145" cy="95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2"/>
              </a:lnSpc>
              <a:spcBef>
                <a:spcPct val="0"/>
              </a:spcBef>
            </a:pP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Uma 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Multilista 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baseada em um 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Vetor de Listas Encadeadas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895481"/>
            <a:ext cx="3566204" cy="586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999" b="true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A Solução: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8218" y="7493636"/>
            <a:ext cx="7764109" cy="144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2"/>
              </a:lnSpc>
              <a:spcBef>
                <a:spcPct val="0"/>
              </a:spcBef>
            </a:pP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Cada posição do vetor gerencia 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exclusivamente o head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uma 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linha horizontal inteira.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65901" y="5693649"/>
            <a:ext cx="11793338" cy="7474028"/>
          </a:xfrm>
          <a:custGeom>
            <a:avLst/>
            <a:gdLst/>
            <a:ahLst/>
            <a:cxnLst/>
            <a:rect r="r" b="b" t="t" l="l"/>
            <a:pathLst>
              <a:path h="7474028" w="11793338">
                <a:moveTo>
                  <a:pt x="0" y="0"/>
                </a:moveTo>
                <a:lnTo>
                  <a:pt x="11793339" y="0"/>
                </a:lnTo>
                <a:lnTo>
                  <a:pt x="11793339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90456" y="-2330528"/>
            <a:ext cx="11793338" cy="7474028"/>
          </a:xfrm>
          <a:custGeom>
            <a:avLst/>
            <a:gdLst/>
            <a:ahLst/>
            <a:cxnLst/>
            <a:rect r="r" b="b" t="t" l="l"/>
            <a:pathLst>
              <a:path h="7474028" w="11793338">
                <a:moveTo>
                  <a:pt x="0" y="0"/>
                </a:moveTo>
                <a:lnTo>
                  <a:pt x="11793338" y="0"/>
                </a:lnTo>
                <a:lnTo>
                  <a:pt x="11793338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28644" y="2605211"/>
            <a:ext cx="9182100" cy="5677047"/>
            <a:chOff x="0" y="0"/>
            <a:chExt cx="12242800" cy="756939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972800" cy="691603"/>
              <a:chOff x="0" y="0"/>
              <a:chExt cx="10972800" cy="69160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972800" cy="691603"/>
              </a:xfrm>
              <a:custGeom>
                <a:avLst/>
                <a:gdLst/>
                <a:ahLst/>
                <a:cxnLst/>
                <a:rect r="r" b="b" t="t" l="l"/>
                <a:pathLst>
                  <a:path h="691603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691603"/>
                    </a:lnTo>
                    <a:lnTo>
                      <a:pt x="0" y="691603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259784" r="0" b="-258504"/>
                </a:stretch>
              </a:blip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10972800" cy="7487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19"/>
                  </a:lnSpc>
                </a:pPr>
                <a:r>
                  <a:rPr lang="en-US" sz="2599" b="true">
                    <a:solidFill>
                      <a:srgbClr val="FFB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MULTILISTA — 40 LISTAS DE 80 NÓS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691603"/>
              <a:ext cx="12242800" cy="6877792"/>
              <a:chOff x="0" y="0"/>
              <a:chExt cx="12242800" cy="687779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2242800" cy="6877793"/>
              </a:xfrm>
              <a:custGeom>
                <a:avLst/>
                <a:gdLst/>
                <a:ahLst/>
                <a:cxnLst/>
                <a:rect r="r" b="b" t="t" l="l"/>
                <a:pathLst>
                  <a:path h="6877793" w="12242800">
                    <a:moveTo>
                      <a:pt x="0" y="264478"/>
                    </a:moveTo>
                    <a:cubicBezTo>
                      <a:pt x="0" y="118366"/>
                      <a:pt x="109982" y="0"/>
                      <a:pt x="245745" y="0"/>
                    </a:cubicBezTo>
                    <a:lnTo>
                      <a:pt x="11997055" y="0"/>
                    </a:lnTo>
                    <a:cubicBezTo>
                      <a:pt x="12132818" y="0"/>
                      <a:pt x="12242800" y="118366"/>
                      <a:pt x="12242800" y="264478"/>
                    </a:cubicBezTo>
                    <a:lnTo>
                      <a:pt x="12242800" y="6613315"/>
                    </a:lnTo>
                    <a:cubicBezTo>
                      <a:pt x="12242800" y="6759427"/>
                      <a:pt x="12132818" y="6877793"/>
                      <a:pt x="11997055" y="6877793"/>
                    </a:cubicBezTo>
                    <a:lnTo>
                      <a:pt x="245745" y="6877793"/>
                    </a:lnTo>
                    <a:cubicBezTo>
                      <a:pt x="109982" y="6877793"/>
                      <a:pt x="0" y="6759427"/>
                      <a:pt x="0" y="6613315"/>
                    </a:cubicBezTo>
                    <a:close/>
                  </a:path>
                </a:pathLst>
              </a:custGeom>
              <a:solidFill>
                <a:srgbClr val="0D1117"/>
              </a:solidFill>
              <a:ln w="38100" cap="sq">
                <a:solidFill>
                  <a:srgbClr val="1E3A1E"/>
                </a:solidFill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294640" y="990013"/>
              <a:ext cx="10972800" cy="1041693"/>
              <a:chOff x="0" y="0"/>
              <a:chExt cx="10972800" cy="104169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972800" cy="1041693"/>
              </a:xfrm>
              <a:custGeom>
                <a:avLst/>
                <a:gdLst/>
                <a:ahLst/>
                <a:cxnLst/>
                <a:rect r="r" b="b" t="t" l="l"/>
                <a:pathLst>
                  <a:path h="1041693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041693"/>
                    </a:lnTo>
                    <a:lnTo>
                      <a:pt x="0" y="1041693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172476" r="0" b="-138019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"/>
                <a:ext cx="10972800" cy="10512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479"/>
                  </a:lnSpc>
                </a:pPr>
                <a:r>
                  <a:rPr lang="en-US" sz="2899">
                    <a:solidFill>
                      <a:srgbClr val="00B32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Multilista.java — construtor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94640" y="1952226"/>
              <a:ext cx="11460480" cy="5617170"/>
              <a:chOff x="0" y="0"/>
              <a:chExt cx="11460480" cy="561717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460480" cy="5617170"/>
              </a:xfrm>
              <a:custGeom>
                <a:avLst/>
                <a:gdLst/>
                <a:ahLst/>
                <a:cxnLst/>
                <a:rect r="r" b="b" t="t" l="l"/>
                <a:pathLst>
                  <a:path h="5617170" w="11460480">
                    <a:moveTo>
                      <a:pt x="0" y="0"/>
                    </a:moveTo>
                    <a:lnTo>
                      <a:pt x="11460480" y="0"/>
                    </a:lnTo>
                    <a:lnTo>
                      <a:pt x="11460480" y="5617170"/>
                    </a:lnTo>
                    <a:lnTo>
                      <a:pt x="0" y="561717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5962" t="0" r="-5962" b="11009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9050"/>
                <a:ext cx="11460480" cy="56362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private final </a:t>
                </a:r>
                <a:r>
                  <a:rPr lang="en-US" sz="2599">
                    <a:solidFill>
                      <a:srgbClr val="FFD7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Lista[]</a:t>
                </a: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rows;</a:t>
                </a:r>
              </a:p>
              <a:p>
                <a:pPr algn="l">
                  <a:lnSpc>
                    <a:spcPts val="3119"/>
                  </a:lnSpc>
                </a:pPr>
              </a:p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public </a:t>
                </a: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Multilista(</a:t>
                </a:r>
                <a:r>
                  <a:rPr lang="en-US" sz="25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rows, </a:t>
                </a:r>
                <a:r>
                  <a:rPr lang="en-US" sz="25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cols) {</a:t>
                </a:r>
              </a:p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this</a:t>
                </a: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.rows = new </a:t>
                </a:r>
                <a:r>
                  <a:rPr lang="en-US" sz="2599">
                    <a:solidFill>
                      <a:srgbClr val="FFD7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Lista</a:t>
                </a: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[rows];</a:t>
                </a:r>
              </a:p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for (int</a:t>
                </a: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i = 0; i &lt; rows; i++) {</a:t>
                </a:r>
              </a:p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this</a:t>
                </a: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.rows[i] = new </a:t>
                </a:r>
                <a:r>
                  <a:rPr lang="en-US" sz="2599">
                    <a:solidFill>
                      <a:srgbClr val="FFD7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Lista</a:t>
                </a: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();</a:t>
                </a:r>
              </a:p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for (int</a:t>
                </a: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j = 0; j &lt; cols; j++)</a:t>
                </a:r>
              </a:p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this</a:t>
                </a: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.rows[i].addPixel(0);</a:t>
                </a:r>
              </a:p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}</a:t>
                </a:r>
              </a:p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9810744" y="2119427"/>
            <a:ext cx="9494089" cy="6048145"/>
            <a:chOff x="0" y="0"/>
            <a:chExt cx="12658786" cy="806419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425932"/>
              <a:ext cx="1253806" cy="802436"/>
              <a:chOff x="0" y="0"/>
              <a:chExt cx="1219200" cy="78028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219200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12192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32114" t="0" r="-32114" b="0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1219200" cy="7802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399"/>
                  </a:lnSpc>
                </a:pPr>
                <a:r>
                  <a:rPr lang="en-US" sz="1999">
                    <a:solidFill>
                      <a:srgbClr val="AAAAA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rows[]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0152" y="1253444"/>
              <a:ext cx="1128426" cy="1053197"/>
              <a:chOff x="0" y="0"/>
              <a:chExt cx="1097280" cy="102412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97280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1097280">
                    <a:moveTo>
                      <a:pt x="0" y="0"/>
                    </a:moveTo>
                    <a:lnTo>
                      <a:pt x="1097280" y="0"/>
                    </a:lnTo>
                    <a:lnTo>
                      <a:pt x="1097280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69749" t="0" r="-69749" b="0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9525"/>
                <a:ext cx="1097280" cy="10336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59"/>
                  </a:lnSpc>
                </a:pPr>
                <a:r>
                  <a:rPr lang="en-US" sz="1799">
                    <a:solidFill>
                      <a:srgbClr val="00B32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[0]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245095" y="1244733"/>
              <a:ext cx="1221063" cy="970302"/>
              <a:chOff x="0" y="0"/>
              <a:chExt cx="1187361" cy="94352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A2A0A"/>
              </a:solidFill>
              <a:ln w="12700" cap="sq">
                <a:solidFill>
                  <a:srgbClr val="00B32B"/>
                </a:solidFill>
                <a:prstDash val="solid"/>
                <a:miter/>
              </a:ln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2549053" y="1244733"/>
              <a:ext cx="1221063" cy="970302"/>
              <a:chOff x="0" y="0"/>
              <a:chExt cx="1187361" cy="94352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3853011" y="1244733"/>
              <a:ext cx="1221063" cy="970302"/>
              <a:chOff x="0" y="0"/>
              <a:chExt cx="1187361" cy="94352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5156970" y="1244733"/>
              <a:ext cx="1221063" cy="970302"/>
              <a:chOff x="0" y="0"/>
              <a:chExt cx="1187361" cy="94352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A2A0A"/>
              </a:solidFill>
              <a:ln w="12700" cap="sq">
                <a:solidFill>
                  <a:srgbClr val="00B32B"/>
                </a:solidFill>
                <a:prstDash val="solid"/>
                <a:miter/>
              </a:ln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6460928" y="1244733"/>
              <a:ext cx="1221063" cy="970302"/>
              <a:chOff x="0" y="0"/>
              <a:chExt cx="1187361" cy="943521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7764887" y="1244733"/>
              <a:ext cx="1221063" cy="970302"/>
              <a:chOff x="0" y="0"/>
              <a:chExt cx="1187361" cy="943521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9068845" y="1244733"/>
              <a:ext cx="1221063" cy="970302"/>
              <a:chOff x="0" y="0"/>
              <a:chExt cx="1187361" cy="94352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A2A0A"/>
              </a:solidFill>
              <a:ln w="12700" cap="sq">
                <a:solidFill>
                  <a:srgbClr val="00B32B"/>
                </a:solidFill>
                <a:prstDash val="solid"/>
                <a:miter/>
              </a:ln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10481819" y="1428977"/>
              <a:ext cx="1003045" cy="852588"/>
              <a:chOff x="0" y="0"/>
              <a:chExt cx="975360" cy="82905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975360" cy="829056"/>
              </a:xfrm>
              <a:custGeom>
                <a:avLst/>
                <a:gdLst/>
                <a:ahLst/>
                <a:cxnLst/>
                <a:rect r="r" b="b" t="t" l="l"/>
                <a:pathLst>
                  <a:path h="829056" w="975360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59058" t="0" r="-59058" b="0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975360" cy="86715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59"/>
                  </a:lnSpc>
                </a:pPr>
                <a:r>
                  <a:rPr lang="en-US" sz="1799">
                    <a:solidFill>
                      <a:srgbClr val="88888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···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0152" y="2306641"/>
              <a:ext cx="1128426" cy="1053197"/>
              <a:chOff x="0" y="0"/>
              <a:chExt cx="1097280" cy="1024128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097280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1097280">
                    <a:moveTo>
                      <a:pt x="0" y="0"/>
                    </a:moveTo>
                    <a:lnTo>
                      <a:pt x="1097280" y="0"/>
                    </a:lnTo>
                    <a:lnTo>
                      <a:pt x="1097280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69749" t="0" r="-69749" b="0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9525"/>
                <a:ext cx="1097280" cy="10336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59"/>
                  </a:lnSpc>
                </a:pPr>
                <a:r>
                  <a:rPr lang="en-US" sz="1799">
                    <a:solidFill>
                      <a:srgbClr val="00B32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[1]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245095" y="2297930"/>
              <a:ext cx="1221063" cy="970302"/>
              <a:chOff x="0" y="0"/>
              <a:chExt cx="1187361" cy="943521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2549053" y="2297930"/>
              <a:ext cx="1221063" cy="970302"/>
              <a:chOff x="0" y="0"/>
              <a:chExt cx="1187361" cy="943521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3853011" y="2297930"/>
              <a:ext cx="1221063" cy="970302"/>
              <a:chOff x="0" y="0"/>
              <a:chExt cx="1187361" cy="94352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A2A0A"/>
              </a:solidFill>
              <a:ln w="12700" cap="sq">
                <a:solidFill>
                  <a:srgbClr val="00B32B"/>
                </a:solidFill>
                <a:prstDash val="solid"/>
                <a:miter/>
              </a:ln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5156970" y="2297930"/>
              <a:ext cx="1221063" cy="970302"/>
              <a:chOff x="0" y="0"/>
              <a:chExt cx="1187361" cy="943521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6460928" y="2297930"/>
              <a:ext cx="1221063" cy="970302"/>
              <a:chOff x="0" y="0"/>
              <a:chExt cx="1187361" cy="943521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7764887" y="2297930"/>
              <a:ext cx="1221063" cy="970302"/>
              <a:chOff x="0" y="0"/>
              <a:chExt cx="1187361" cy="94352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A2A0A"/>
              </a:solidFill>
              <a:ln w="12700" cap="sq">
                <a:solidFill>
                  <a:srgbClr val="00B32B"/>
                </a:solidFill>
                <a:prstDash val="solid"/>
                <a:miter/>
              </a:ln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9068845" y="2297930"/>
              <a:ext cx="1221063" cy="970302"/>
              <a:chOff x="0" y="0"/>
              <a:chExt cx="1187361" cy="943521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10481819" y="2482174"/>
              <a:ext cx="1003045" cy="852588"/>
              <a:chOff x="0" y="0"/>
              <a:chExt cx="975360" cy="829056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75360" cy="829056"/>
              </a:xfrm>
              <a:custGeom>
                <a:avLst/>
                <a:gdLst/>
                <a:ahLst/>
                <a:cxnLst/>
                <a:rect r="r" b="b" t="t" l="l"/>
                <a:pathLst>
                  <a:path h="829056" w="975360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59058" t="0" r="-59058" b="0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975360" cy="86715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59"/>
                  </a:lnSpc>
                </a:pPr>
                <a:r>
                  <a:rPr lang="en-US" sz="1799">
                    <a:solidFill>
                      <a:srgbClr val="88888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···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50152" y="3359838"/>
              <a:ext cx="1128426" cy="1053197"/>
              <a:chOff x="0" y="0"/>
              <a:chExt cx="1097280" cy="1024128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097280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1097280">
                    <a:moveTo>
                      <a:pt x="0" y="0"/>
                    </a:moveTo>
                    <a:lnTo>
                      <a:pt x="1097280" y="0"/>
                    </a:lnTo>
                    <a:lnTo>
                      <a:pt x="1097280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69749" t="0" r="-69749" b="0"/>
                </a:stretch>
              </a:blip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9525"/>
                <a:ext cx="1097280" cy="10336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59"/>
                  </a:lnSpc>
                </a:pPr>
                <a:r>
                  <a:rPr lang="en-US" sz="1799">
                    <a:solidFill>
                      <a:srgbClr val="00B32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[2]</a:t>
                </a: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1245095" y="3351127"/>
              <a:ext cx="1221063" cy="970302"/>
              <a:chOff x="0" y="0"/>
              <a:chExt cx="1187361" cy="943521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65" id="65"/>
            <p:cNvGrpSpPr/>
            <p:nvPr/>
          </p:nvGrpSpPr>
          <p:grpSpPr>
            <a:xfrm rot="0">
              <a:off x="2549053" y="3351127"/>
              <a:ext cx="1221063" cy="970302"/>
              <a:chOff x="0" y="0"/>
              <a:chExt cx="1187361" cy="943521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A2A0A"/>
              </a:solidFill>
              <a:ln w="12700" cap="sq">
                <a:solidFill>
                  <a:srgbClr val="00B32B"/>
                </a:solidFill>
                <a:prstDash val="solid"/>
                <a:miter/>
              </a:ln>
            </p:spPr>
          </p:sp>
        </p:grpSp>
        <p:grpSp>
          <p:nvGrpSpPr>
            <p:cNvPr name="Group 67" id="67"/>
            <p:cNvGrpSpPr/>
            <p:nvPr/>
          </p:nvGrpSpPr>
          <p:grpSpPr>
            <a:xfrm rot="0">
              <a:off x="3853011" y="3351127"/>
              <a:ext cx="1221063" cy="970302"/>
              <a:chOff x="0" y="0"/>
              <a:chExt cx="1187361" cy="943521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69" id="69"/>
            <p:cNvGrpSpPr/>
            <p:nvPr/>
          </p:nvGrpSpPr>
          <p:grpSpPr>
            <a:xfrm rot="0">
              <a:off x="5156970" y="3351127"/>
              <a:ext cx="1221063" cy="970302"/>
              <a:chOff x="0" y="0"/>
              <a:chExt cx="1187361" cy="943521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71" id="71"/>
            <p:cNvGrpSpPr/>
            <p:nvPr/>
          </p:nvGrpSpPr>
          <p:grpSpPr>
            <a:xfrm rot="0">
              <a:off x="6460928" y="3351127"/>
              <a:ext cx="1221063" cy="970302"/>
              <a:chOff x="0" y="0"/>
              <a:chExt cx="1187361" cy="943521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A2A0A"/>
              </a:solidFill>
              <a:ln w="12700" cap="sq">
                <a:solidFill>
                  <a:srgbClr val="00B32B"/>
                </a:solidFill>
                <a:prstDash val="solid"/>
                <a:miter/>
              </a:ln>
            </p:spPr>
          </p:sp>
        </p:grpSp>
        <p:grpSp>
          <p:nvGrpSpPr>
            <p:cNvPr name="Group 73" id="73"/>
            <p:cNvGrpSpPr/>
            <p:nvPr/>
          </p:nvGrpSpPr>
          <p:grpSpPr>
            <a:xfrm rot="0">
              <a:off x="7764887" y="3351127"/>
              <a:ext cx="1221063" cy="970302"/>
              <a:chOff x="0" y="0"/>
              <a:chExt cx="1187361" cy="943521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75" id="75"/>
            <p:cNvGrpSpPr/>
            <p:nvPr/>
          </p:nvGrpSpPr>
          <p:grpSpPr>
            <a:xfrm rot="0">
              <a:off x="9068845" y="3351127"/>
              <a:ext cx="1221063" cy="970302"/>
              <a:chOff x="0" y="0"/>
              <a:chExt cx="1187361" cy="943521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77" id="77"/>
            <p:cNvGrpSpPr/>
            <p:nvPr/>
          </p:nvGrpSpPr>
          <p:grpSpPr>
            <a:xfrm rot="0">
              <a:off x="10481819" y="3535371"/>
              <a:ext cx="1003045" cy="852588"/>
              <a:chOff x="0" y="0"/>
              <a:chExt cx="975360" cy="829056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975360" cy="829056"/>
              </a:xfrm>
              <a:custGeom>
                <a:avLst/>
                <a:gdLst/>
                <a:ahLst/>
                <a:cxnLst/>
                <a:rect r="r" b="b" t="t" l="l"/>
                <a:pathLst>
                  <a:path h="829056" w="975360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59058" t="0" r="-59058" b="0"/>
                </a:stretch>
              </a:blip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38100"/>
                <a:ext cx="975360" cy="86715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59"/>
                  </a:lnSpc>
                </a:pPr>
                <a:r>
                  <a:rPr lang="en-US" sz="1799">
                    <a:solidFill>
                      <a:srgbClr val="88888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···</a:t>
                </a: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50152" y="4413035"/>
              <a:ext cx="1128426" cy="1053197"/>
              <a:chOff x="0" y="0"/>
              <a:chExt cx="1097280" cy="1024128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1097280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1097280">
                    <a:moveTo>
                      <a:pt x="0" y="0"/>
                    </a:moveTo>
                    <a:lnTo>
                      <a:pt x="1097280" y="0"/>
                    </a:lnTo>
                    <a:lnTo>
                      <a:pt x="1097280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69749" t="0" r="-69749" b="0"/>
                </a:stretch>
              </a:blipFill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9525"/>
                <a:ext cx="1097280" cy="10336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59"/>
                  </a:lnSpc>
                </a:pPr>
                <a:r>
                  <a:rPr lang="en-US" sz="1799">
                    <a:solidFill>
                      <a:srgbClr val="00B32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[3]</a:t>
                </a: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1245095" y="4404324"/>
              <a:ext cx="1221063" cy="970302"/>
              <a:chOff x="0" y="0"/>
              <a:chExt cx="1187361" cy="943521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A2A0A"/>
              </a:solidFill>
              <a:ln w="12700" cap="sq">
                <a:solidFill>
                  <a:srgbClr val="00B32B"/>
                </a:solidFill>
                <a:prstDash val="solid"/>
                <a:miter/>
              </a:ln>
            </p:spPr>
          </p:sp>
        </p:grpSp>
        <p:grpSp>
          <p:nvGrpSpPr>
            <p:cNvPr name="Group 85" id="85"/>
            <p:cNvGrpSpPr/>
            <p:nvPr/>
          </p:nvGrpSpPr>
          <p:grpSpPr>
            <a:xfrm rot="0">
              <a:off x="2549053" y="4404324"/>
              <a:ext cx="1221063" cy="970302"/>
              <a:chOff x="0" y="0"/>
              <a:chExt cx="1187361" cy="943521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87" id="87"/>
            <p:cNvGrpSpPr/>
            <p:nvPr/>
          </p:nvGrpSpPr>
          <p:grpSpPr>
            <a:xfrm rot="0">
              <a:off x="3853011" y="4404324"/>
              <a:ext cx="1221063" cy="970302"/>
              <a:chOff x="0" y="0"/>
              <a:chExt cx="1187361" cy="943521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89" id="89"/>
            <p:cNvGrpSpPr/>
            <p:nvPr/>
          </p:nvGrpSpPr>
          <p:grpSpPr>
            <a:xfrm rot="0">
              <a:off x="5156970" y="4404324"/>
              <a:ext cx="1221063" cy="970302"/>
              <a:chOff x="0" y="0"/>
              <a:chExt cx="1187361" cy="943521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A2A0A"/>
              </a:solidFill>
              <a:ln w="12700" cap="sq">
                <a:solidFill>
                  <a:srgbClr val="00B32B"/>
                </a:solidFill>
                <a:prstDash val="solid"/>
                <a:miter/>
              </a:ln>
            </p:spPr>
          </p:sp>
        </p:grpSp>
        <p:grpSp>
          <p:nvGrpSpPr>
            <p:cNvPr name="Group 91" id="91"/>
            <p:cNvGrpSpPr/>
            <p:nvPr/>
          </p:nvGrpSpPr>
          <p:grpSpPr>
            <a:xfrm rot="0">
              <a:off x="6460928" y="4404324"/>
              <a:ext cx="1221063" cy="970302"/>
              <a:chOff x="0" y="0"/>
              <a:chExt cx="1187361" cy="943521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93" id="93"/>
            <p:cNvGrpSpPr/>
            <p:nvPr/>
          </p:nvGrpSpPr>
          <p:grpSpPr>
            <a:xfrm rot="0">
              <a:off x="7764887" y="4404324"/>
              <a:ext cx="1221063" cy="970302"/>
              <a:chOff x="0" y="0"/>
              <a:chExt cx="1187361" cy="943521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95" id="95"/>
            <p:cNvGrpSpPr/>
            <p:nvPr/>
          </p:nvGrpSpPr>
          <p:grpSpPr>
            <a:xfrm rot="0">
              <a:off x="9068845" y="4404324"/>
              <a:ext cx="1221063" cy="970302"/>
              <a:chOff x="0" y="0"/>
              <a:chExt cx="1187361" cy="943521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A2A0A"/>
              </a:solidFill>
              <a:ln w="12700" cap="sq">
                <a:solidFill>
                  <a:srgbClr val="00B32B"/>
                </a:solidFill>
                <a:prstDash val="solid"/>
                <a:miter/>
              </a:ln>
            </p:spPr>
          </p:sp>
        </p:grpSp>
        <p:grpSp>
          <p:nvGrpSpPr>
            <p:cNvPr name="Group 97" id="97"/>
            <p:cNvGrpSpPr/>
            <p:nvPr/>
          </p:nvGrpSpPr>
          <p:grpSpPr>
            <a:xfrm rot="0">
              <a:off x="10481819" y="4588568"/>
              <a:ext cx="1003045" cy="852588"/>
              <a:chOff x="0" y="0"/>
              <a:chExt cx="975360" cy="829056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975360" cy="829056"/>
              </a:xfrm>
              <a:custGeom>
                <a:avLst/>
                <a:gdLst/>
                <a:ahLst/>
                <a:cxnLst/>
                <a:rect r="r" b="b" t="t" l="l"/>
                <a:pathLst>
                  <a:path h="829056" w="975360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59058" t="0" r="-59058" b="0"/>
                </a:stretch>
              </a:blip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-38100"/>
                <a:ext cx="975360" cy="86715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59"/>
                  </a:lnSpc>
                </a:pPr>
                <a:r>
                  <a:rPr lang="en-US" sz="1799">
                    <a:solidFill>
                      <a:srgbClr val="88888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···</a:t>
                </a: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50152" y="5466233"/>
              <a:ext cx="1128426" cy="1053197"/>
              <a:chOff x="0" y="0"/>
              <a:chExt cx="1097280" cy="1024128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097280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1097280">
                    <a:moveTo>
                      <a:pt x="0" y="0"/>
                    </a:moveTo>
                    <a:lnTo>
                      <a:pt x="1097280" y="0"/>
                    </a:lnTo>
                    <a:lnTo>
                      <a:pt x="1097280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69749" t="0" r="-69749" b="0"/>
                </a:stretch>
              </a:blip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-9525"/>
                <a:ext cx="1097280" cy="10336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59"/>
                  </a:lnSpc>
                </a:pPr>
                <a:r>
                  <a:rPr lang="en-US" sz="1799">
                    <a:solidFill>
                      <a:srgbClr val="00B32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[4]</a:t>
                </a: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1245095" y="5457521"/>
              <a:ext cx="1221063" cy="970302"/>
              <a:chOff x="0" y="0"/>
              <a:chExt cx="1187361" cy="943521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105" id="105"/>
            <p:cNvGrpSpPr/>
            <p:nvPr/>
          </p:nvGrpSpPr>
          <p:grpSpPr>
            <a:xfrm rot="0">
              <a:off x="2549053" y="5457521"/>
              <a:ext cx="1221063" cy="970302"/>
              <a:chOff x="0" y="0"/>
              <a:chExt cx="1187361" cy="943521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3853011" y="5457521"/>
              <a:ext cx="1221063" cy="970302"/>
              <a:chOff x="0" y="0"/>
              <a:chExt cx="1187361" cy="943521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A2A0A"/>
              </a:solidFill>
              <a:ln w="12700" cap="sq">
                <a:solidFill>
                  <a:srgbClr val="00B32B"/>
                </a:solidFill>
                <a:prstDash val="solid"/>
                <a:miter/>
              </a:ln>
            </p:spPr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5156970" y="5457521"/>
              <a:ext cx="1221063" cy="970302"/>
              <a:chOff x="0" y="0"/>
              <a:chExt cx="1187361" cy="943521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111" id="111"/>
            <p:cNvGrpSpPr/>
            <p:nvPr/>
          </p:nvGrpSpPr>
          <p:grpSpPr>
            <a:xfrm rot="0">
              <a:off x="6460928" y="5457521"/>
              <a:ext cx="1221063" cy="970302"/>
              <a:chOff x="0" y="0"/>
              <a:chExt cx="1187361" cy="943521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113" id="113"/>
            <p:cNvGrpSpPr/>
            <p:nvPr/>
          </p:nvGrpSpPr>
          <p:grpSpPr>
            <a:xfrm rot="0">
              <a:off x="7764887" y="5457521"/>
              <a:ext cx="1221063" cy="970302"/>
              <a:chOff x="0" y="0"/>
              <a:chExt cx="1187361" cy="943521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A2A0A"/>
              </a:solidFill>
              <a:ln w="12700" cap="sq">
                <a:solidFill>
                  <a:srgbClr val="00B32B"/>
                </a:solidFill>
                <a:prstDash val="solid"/>
                <a:miter/>
              </a:ln>
            </p:spPr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9068845" y="5457521"/>
              <a:ext cx="1221063" cy="970302"/>
              <a:chOff x="0" y="0"/>
              <a:chExt cx="1187361" cy="943521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1187323" cy="943483"/>
              </a:xfrm>
              <a:custGeom>
                <a:avLst/>
                <a:gdLst/>
                <a:ahLst/>
                <a:cxnLst/>
                <a:rect r="r" b="b" t="t" l="l"/>
                <a:pathLst>
                  <a:path h="943483" w="1187323">
                    <a:moveTo>
                      <a:pt x="0" y="0"/>
                    </a:moveTo>
                    <a:lnTo>
                      <a:pt x="1187323" y="0"/>
                    </a:lnTo>
                    <a:lnTo>
                      <a:pt x="1187323" y="943483"/>
                    </a:lnTo>
                    <a:lnTo>
                      <a:pt x="0" y="943483"/>
                    </a:lnTo>
                    <a:close/>
                  </a:path>
                </a:pathLst>
              </a:custGeom>
              <a:solidFill>
                <a:srgbClr val="080808"/>
              </a:solidFill>
              <a:ln w="127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117" id="117"/>
            <p:cNvGrpSpPr/>
            <p:nvPr/>
          </p:nvGrpSpPr>
          <p:grpSpPr>
            <a:xfrm rot="0">
              <a:off x="10481819" y="5641765"/>
              <a:ext cx="1003045" cy="852588"/>
              <a:chOff x="0" y="0"/>
              <a:chExt cx="975360" cy="829056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975360" cy="829056"/>
              </a:xfrm>
              <a:custGeom>
                <a:avLst/>
                <a:gdLst/>
                <a:ahLst/>
                <a:cxnLst/>
                <a:rect r="r" b="b" t="t" l="l"/>
                <a:pathLst>
                  <a:path h="829056" w="975360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829056"/>
                    </a:lnTo>
                    <a:lnTo>
                      <a:pt x="0" y="829056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59058" t="0" r="-59058" b="0"/>
                </a:stretch>
              </a:blipFill>
            </p:spPr>
          </p:sp>
          <p:sp>
            <p:nvSpPr>
              <p:cNvPr name="TextBox 119" id="119"/>
              <p:cNvSpPr txBox="true"/>
              <p:nvPr/>
            </p:nvSpPr>
            <p:spPr>
              <a:xfrm>
                <a:off x="0" y="-38100"/>
                <a:ext cx="975360" cy="86715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59"/>
                  </a:lnSpc>
                </a:pPr>
                <a:r>
                  <a:rPr lang="en-US" sz="1799">
                    <a:solidFill>
                      <a:srgbClr val="88888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···</a:t>
                </a:r>
              </a:p>
            </p:txBody>
          </p:sp>
        </p:grpSp>
        <p:grpSp>
          <p:nvGrpSpPr>
            <p:cNvPr name="Group 120" id="120"/>
            <p:cNvGrpSpPr/>
            <p:nvPr/>
          </p:nvGrpSpPr>
          <p:grpSpPr>
            <a:xfrm rot="0">
              <a:off x="1253806" y="6519430"/>
              <a:ext cx="9127709" cy="752284"/>
              <a:chOff x="0" y="0"/>
              <a:chExt cx="8875776" cy="731520"/>
            </a:xfrm>
          </p:grpSpPr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8875776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875776">
                    <a:moveTo>
                      <a:pt x="0" y="0"/>
                    </a:moveTo>
                    <a:lnTo>
                      <a:pt x="8875776" y="0"/>
                    </a:lnTo>
                    <a:lnTo>
                      <a:pt x="8875776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186418" r="0" b="-186418"/>
                </a:stretch>
              </a:blipFill>
            </p:spPr>
          </p:sp>
          <p:sp>
            <p:nvSpPr>
              <p:cNvPr name="TextBox 122" id="122"/>
              <p:cNvSpPr txBox="true"/>
              <p:nvPr/>
            </p:nvSpPr>
            <p:spPr>
              <a:xfrm>
                <a:off x="0" y="-47625"/>
                <a:ext cx="8875776" cy="7791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>
                    <a:solidFill>
                      <a:srgbClr val="88888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···</a:t>
                </a:r>
              </a:p>
            </p:txBody>
          </p:sp>
        </p:grpSp>
        <p:grpSp>
          <p:nvGrpSpPr>
            <p:cNvPr name="Group 123" id="123"/>
            <p:cNvGrpSpPr/>
            <p:nvPr/>
          </p:nvGrpSpPr>
          <p:grpSpPr>
            <a:xfrm rot="0">
              <a:off x="1253806" y="425932"/>
              <a:ext cx="1303958" cy="752284"/>
              <a:chOff x="0" y="0"/>
              <a:chExt cx="1267968" cy="731520"/>
            </a:xfrm>
          </p:grpSpPr>
          <p:sp>
            <p:nvSpPr>
              <p:cNvPr name="Freeform 124" id="124"/>
              <p:cNvSpPr/>
              <p:nvPr/>
            </p:nvSpPr>
            <p:spPr>
              <a:xfrm flipH="false" flipV="false" rot="0">
                <a:off x="0" y="0"/>
                <a:ext cx="1267968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267968">
                    <a:moveTo>
                      <a:pt x="0" y="0"/>
                    </a:moveTo>
                    <a:lnTo>
                      <a:pt x="1267968" y="0"/>
                    </a:lnTo>
                    <a:lnTo>
                      <a:pt x="1267968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24021" t="0" r="-24021" b="0"/>
                </a:stretch>
              </a:blipFill>
            </p:spPr>
          </p:sp>
          <p:sp>
            <p:nvSpPr>
              <p:cNvPr name="TextBox 125" id="125"/>
              <p:cNvSpPr txBox="true"/>
              <p:nvPr/>
            </p:nvSpPr>
            <p:spPr>
              <a:xfrm>
                <a:off x="0" y="-9525"/>
                <a:ext cx="1267968" cy="7410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59"/>
                  </a:lnSpc>
                </a:pPr>
                <a:r>
                  <a:rPr lang="en-US" sz="1799">
                    <a:solidFill>
                      <a:srgbClr val="88888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[0]</a:t>
                </a:r>
              </a:p>
            </p:txBody>
          </p:sp>
        </p:grpSp>
        <p:grpSp>
          <p:nvGrpSpPr>
            <p:cNvPr name="Group 126" id="126"/>
            <p:cNvGrpSpPr/>
            <p:nvPr/>
          </p:nvGrpSpPr>
          <p:grpSpPr>
            <a:xfrm rot="0">
              <a:off x="5165681" y="425932"/>
              <a:ext cx="1303958" cy="752284"/>
              <a:chOff x="0" y="0"/>
              <a:chExt cx="1267968" cy="731520"/>
            </a:xfrm>
          </p:grpSpPr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1267968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267968">
                    <a:moveTo>
                      <a:pt x="0" y="0"/>
                    </a:moveTo>
                    <a:lnTo>
                      <a:pt x="1267968" y="0"/>
                    </a:lnTo>
                    <a:lnTo>
                      <a:pt x="1267968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24021" t="0" r="-24021" b="0"/>
                </a:stretch>
              </a:blipFill>
            </p:spPr>
          </p:sp>
          <p:sp>
            <p:nvSpPr>
              <p:cNvPr name="TextBox 128" id="128"/>
              <p:cNvSpPr txBox="true"/>
              <p:nvPr/>
            </p:nvSpPr>
            <p:spPr>
              <a:xfrm>
                <a:off x="0" y="-38100"/>
                <a:ext cx="1267968" cy="7696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59"/>
                  </a:lnSpc>
                </a:pPr>
                <a:r>
                  <a:rPr lang="en-US" sz="1799">
                    <a:solidFill>
                      <a:srgbClr val="88888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···</a:t>
                </a:r>
              </a:p>
            </p:txBody>
          </p:sp>
        </p:grpSp>
        <p:grpSp>
          <p:nvGrpSpPr>
            <p:cNvPr name="Group 129" id="129"/>
            <p:cNvGrpSpPr/>
            <p:nvPr/>
          </p:nvGrpSpPr>
          <p:grpSpPr>
            <a:xfrm rot="0">
              <a:off x="9077556" y="425932"/>
              <a:ext cx="1303958" cy="752284"/>
              <a:chOff x="0" y="0"/>
              <a:chExt cx="1267968" cy="731520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1267968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267968">
                    <a:moveTo>
                      <a:pt x="0" y="0"/>
                    </a:moveTo>
                    <a:lnTo>
                      <a:pt x="1267968" y="0"/>
                    </a:lnTo>
                    <a:lnTo>
                      <a:pt x="1267968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24021" t="0" r="-24021" b="0"/>
                </a:stretch>
              </a:blipFill>
            </p:spPr>
          </p:sp>
          <p:sp>
            <p:nvSpPr>
              <p:cNvPr name="TextBox 131" id="131"/>
              <p:cNvSpPr txBox="true"/>
              <p:nvPr/>
            </p:nvSpPr>
            <p:spPr>
              <a:xfrm>
                <a:off x="0" y="-9525"/>
                <a:ext cx="1267968" cy="7410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59"/>
                  </a:lnSpc>
                </a:pPr>
                <a:r>
                  <a:rPr lang="en-US" sz="1799">
                    <a:solidFill>
                      <a:srgbClr val="88888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[79]</a:t>
                </a:r>
              </a:p>
            </p:txBody>
          </p:sp>
        </p:grpSp>
        <p:grpSp>
          <p:nvGrpSpPr>
            <p:cNvPr name="Group 132" id="132"/>
            <p:cNvGrpSpPr/>
            <p:nvPr/>
          </p:nvGrpSpPr>
          <p:grpSpPr>
            <a:xfrm rot="0">
              <a:off x="450831" y="6479233"/>
              <a:ext cx="4632960" cy="1584960"/>
              <a:chOff x="0" y="0"/>
              <a:chExt cx="4632960" cy="1584960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4632960" cy="1584960"/>
              </a:xfrm>
              <a:custGeom>
                <a:avLst/>
                <a:gdLst/>
                <a:ahLst/>
                <a:cxnLst/>
                <a:rect r="r" b="b" t="t" l="l"/>
                <a:pathLst>
                  <a:path h="1584960" w="4632960">
                    <a:moveTo>
                      <a:pt x="0" y="0"/>
                    </a:moveTo>
                    <a:lnTo>
                      <a:pt x="4632960" y="0"/>
                    </a:lnTo>
                    <a:lnTo>
                      <a:pt x="4632960" y="1584960"/>
                    </a:lnTo>
                    <a:lnTo>
                      <a:pt x="0" y="158496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6956" r="0" b="-6956"/>
                </a:stretch>
              </a:blipFill>
            </p:spPr>
          </p:sp>
          <p:sp>
            <p:nvSpPr>
              <p:cNvPr name="TextBox 134" id="134"/>
              <p:cNvSpPr txBox="true"/>
              <p:nvPr/>
            </p:nvSpPr>
            <p:spPr>
              <a:xfrm>
                <a:off x="0" y="-57150"/>
                <a:ext cx="4632960" cy="16421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479"/>
                  </a:lnSpc>
                </a:pPr>
                <a:r>
                  <a:rPr lang="en-US" sz="2899">
                    <a:solidFill>
                      <a:srgbClr val="FFB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</a:t>
                </a:r>
                <a:r>
                  <a:rPr lang="en-US" sz="2899">
                    <a:solidFill>
                      <a:srgbClr val="FFB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0 scanlines (linhas)</a:t>
                </a:r>
              </a:p>
            </p:txBody>
          </p:sp>
        </p:grpSp>
        <p:grpSp>
          <p:nvGrpSpPr>
            <p:cNvPr name="Group 135" id="135"/>
            <p:cNvGrpSpPr/>
            <p:nvPr/>
          </p:nvGrpSpPr>
          <p:grpSpPr>
            <a:xfrm rot="0">
              <a:off x="5343586" y="0"/>
              <a:ext cx="7315200" cy="731520"/>
              <a:chOff x="0" y="0"/>
              <a:chExt cx="7315200" cy="731520"/>
            </a:xfrm>
          </p:grpSpPr>
          <p:sp>
            <p:nvSpPr>
              <p:cNvPr name="Freeform 136" id="136"/>
              <p:cNvSpPr/>
              <p:nvPr/>
            </p:nvSpPr>
            <p:spPr>
              <a:xfrm flipH="false" flipV="false" rot="0">
                <a:off x="0" y="0"/>
                <a:ext cx="73152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144850" r="0" b="-144850"/>
                </a:stretch>
              </a:blipFill>
            </p:spPr>
          </p:sp>
          <p:sp>
            <p:nvSpPr>
              <p:cNvPr name="TextBox 137" id="137"/>
              <p:cNvSpPr txBox="true"/>
              <p:nvPr/>
            </p:nvSpPr>
            <p:spPr>
              <a:xfrm>
                <a:off x="0" y="-57150"/>
                <a:ext cx="7315200" cy="7886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19"/>
                  </a:lnSpc>
                </a:pPr>
                <a:r>
                  <a:rPr lang="en-US" sz="2599">
                    <a:solidFill>
                      <a:srgbClr val="FFB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80 pixels por linha</a:t>
                </a:r>
              </a:p>
            </p:txBody>
          </p:sp>
        </p:grpSp>
      </p:grpSp>
      <p:sp>
        <p:nvSpPr>
          <p:cNvPr name="TextBox 138" id="138"/>
          <p:cNvSpPr txBox="true"/>
          <p:nvPr/>
        </p:nvSpPr>
        <p:spPr>
          <a:xfrm rot="0">
            <a:off x="628644" y="1222295"/>
            <a:ext cx="13274062" cy="95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b="true" sz="650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MULTILISTA.JAVA - A GRADE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699302" y="8304770"/>
            <a:ext cx="9040784" cy="112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21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construtor aloca as 40 linhas estáticas no vetor e percorre 80 vezes cada linha, alocando os nós dinamicamente com intensidade zero — pixel apagado.</a:t>
            </a:r>
          </a:p>
        </p:txBody>
      </p:sp>
      <p:grpSp>
        <p:nvGrpSpPr>
          <p:cNvPr name="Group 140" id="140"/>
          <p:cNvGrpSpPr/>
          <p:nvPr/>
        </p:nvGrpSpPr>
        <p:grpSpPr>
          <a:xfrm rot="0">
            <a:off x="1028700" y="670229"/>
            <a:ext cx="4041647" cy="483708"/>
            <a:chOff x="0" y="0"/>
            <a:chExt cx="5388863" cy="64494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68021" cy="644944"/>
            </a:xfrm>
            <a:custGeom>
              <a:avLst/>
              <a:gdLst/>
              <a:ahLst/>
              <a:cxnLst/>
              <a:rect r="r" b="b" t="t" l="l"/>
              <a:pathLst>
                <a:path h="644944" w="668021">
                  <a:moveTo>
                    <a:pt x="0" y="0"/>
                  </a:moveTo>
                  <a:lnTo>
                    <a:pt x="668021" y="0"/>
                  </a:lnTo>
                  <a:lnTo>
                    <a:pt x="668021" y="644944"/>
                  </a:lnTo>
                  <a:lnTo>
                    <a:pt x="0" y="64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 rot="0">
              <a:off x="776377" y="15681"/>
              <a:ext cx="4612487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TV TUBO SIMULATOR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86975" y="-110073"/>
            <a:ext cx="12140609" cy="10507146"/>
          </a:xfrm>
          <a:custGeom>
            <a:avLst/>
            <a:gdLst/>
            <a:ahLst/>
            <a:cxnLst/>
            <a:rect r="r" b="b" t="t" l="l"/>
            <a:pathLst>
              <a:path h="10507146" w="12140609">
                <a:moveTo>
                  <a:pt x="0" y="0"/>
                </a:moveTo>
                <a:lnTo>
                  <a:pt x="12140609" y="0"/>
                </a:lnTo>
                <a:lnTo>
                  <a:pt x="12140609" y="10507146"/>
                </a:lnTo>
                <a:lnTo>
                  <a:pt x="0" y="10507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424597" y="-2330528"/>
            <a:ext cx="11793338" cy="7474028"/>
          </a:xfrm>
          <a:custGeom>
            <a:avLst/>
            <a:gdLst/>
            <a:ahLst/>
            <a:cxnLst/>
            <a:rect r="r" b="b" t="t" l="l"/>
            <a:pathLst>
              <a:path h="7474028" w="11793338">
                <a:moveTo>
                  <a:pt x="0" y="0"/>
                </a:moveTo>
                <a:lnTo>
                  <a:pt x="11793338" y="0"/>
                </a:lnTo>
                <a:lnTo>
                  <a:pt x="11793338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-646765" y="9455468"/>
            <a:ext cx="1675465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70229"/>
            <a:ext cx="501016" cy="483708"/>
          </a:xfrm>
          <a:custGeom>
            <a:avLst/>
            <a:gdLst/>
            <a:ahLst/>
            <a:cxnLst/>
            <a:rect r="r" b="b" t="t" l="l"/>
            <a:pathLst>
              <a:path h="483708" w="501016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085219" y="716005"/>
            <a:ext cx="9605696" cy="9089389"/>
          </a:xfrm>
          <a:custGeom>
            <a:avLst/>
            <a:gdLst/>
            <a:ahLst/>
            <a:cxnLst/>
            <a:rect r="r" b="b" t="t" l="l"/>
            <a:pathLst>
              <a:path h="9089389" w="9605696">
                <a:moveTo>
                  <a:pt x="9605695" y="0"/>
                </a:moveTo>
                <a:lnTo>
                  <a:pt x="0" y="0"/>
                </a:lnTo>
                <a:lnTo>
                  <a:pt x="0" y="9089390"/>
                </a:lnTo>
                <a:lnTo>
                  <a:pt x="9605695" y="9089390"/>
                </a:lnTo>
                <a:lnTo>
                  <a:pt x="9605695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7310027"/>
            <a:ext cx="1915660" cy="1915660"/>
          </a:xfrm>
          <a:custGeom>
            <a:avLst/>
            <a:gdLst/>
            <a:ahLst/>
            <a:cxnLst/>
            <a:rect r="r" b="b" t="t" l="l"/>
            <a:pathLst>
              <a:path h="1915660" w="1915660">
                <a:moveTo>
                  <a:pt x="0" y="0"/>
                </a:moveTo>
                <a:lnTo>
                  <a:pt x="1915660" y="0"/>
                </a:lnTo>
                <a:lnTo>
                  <a:pt x="1915660" y="1915660"/>
                </a:lnTo>
                <a:lnTo>
                  <a:pt x="0" y="19156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324620"/>
            <a:ext cx="7365794" cy="111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03"/>
              </a:lnSpc>
            </a:pPr>
            <a:r>
              <a:rPr lang="en-US" sz="7599" b="true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ARRAY + LISTA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516509"/>
            <a:ext cx="7929928" cy="95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2"/>
              </a:lnSpc>
              <a:spcBef>
                <a:spcPct val="0"/>
              </a:spcBef>
            </a:pP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Por que não usar 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múltiplos ponteiros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(Nó com Cima/Baixo/Dir/Esq)?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0839" y="3798612"/>
            <a:ext cx="8113161" cy="144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2"/>
              </a:lnSpc>
              <a:spcBef>
                <a:spcPct val="0"/>
              </a:spcBef>
            </a:pP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Array </a:t>
            </a:r>
            <a:r>
              <a:rPr lang="en-US" sz="2773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(Lista[ ]) 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representa os "trilhos" de deflexão vertical do tubo, que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são fixos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 exigem 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acesso direto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0983" y="672465"/>
            <a:ext cx="345936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TV TUBO SIMULATOR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0839" y="5566491"/>
            <a:ext cx="8113161" cy="144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2"/>
              </a:lnSpc>
              <a:spcBef>
                <a:spcPct val="0"/>
              </a:spcBef>
            </a:pP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Lista Encadeada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horizontal recebe a varredura 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dinâmica 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 feixe de elétrons, que é puramente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sequencial.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7448135"/>
            <a:ext cx="6879489" cy="1639444"/>
            <a:chOff x="0" y="0"/>
            <a:chExt cx="9172653" cy="218592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248267"/>
              <a:ext cx="3414411" cy="1651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7"/>
                </a:lnSpc>
                <a:spcBef>
                  <a:spcPct val="0"/>
                </a:spcBef>
              </a:pPr>
              <a:r>
                <a:rPr lang="en-US" b="true" sz="2419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PERFORMANCE DE ACESSO DO ARRAY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098565" y="-38100"/>
              <a:ext cx="4074088" cy="222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7"/>
                </a:lnSpc>
                <a:spcBef>
                  <a:spcPct val="0"/>
                </a:spcBef>
              </a:pPr>
              <a:r>
                <a:rPr lang="en-US" b="true" sz="2419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SIMULAÇÃO DE HARDWARE SEQUENCIAL DAS LISTAS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743969" y="81620"/>
              <a:ext cx="862975" cy="1860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911"/>
                </a:lnSpc>
                <a:spcBef>
                  <a:spcPct val="0"/>
                </a:spcBef>
              </a:pPr>
              <a:r>
                <a:rPr lang="en-US" b="true" sz="8508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+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070878" y="7468869"/>
            <a:ext cx="647231" cy="143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11"/>
              </a:lnSpc>
              <a:spcBef>
                <a:spcPct val="0"/>
              </a:spcBef>
            </a:pPr>
            <a:r>
              <a:rPr lang="en-US" b="true" sz="850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=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24597" y="-2330528"/>
            <a:ext cx="11793338" cy="7474028"/>
          </a:xfrm>
          <a:custGeom>
            <a:avLst/>
            <a:gdLst/>
            <a:ahLst/>
            <a:cxnLst/>
            <a:rect r="r" b="b" t="t" l="l"/>
            <a:pathLst>
              <a:path h="7474028" w="11793338">
                <a:moveTo>
                  <a:pt x="0" y="0"/>
                </a:moveTo>
                <a:lnTo>
                  <a:pt x="11793338" y="0"/>
                </a:lnTo>
                <a:lnTo>
                  <a:pt x="11793338" y="7474028"/>
                </a:lnTo>
                <a:lnTo>
                  <a:pt x="0" y="747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646765" y="9455468"/>
            <a:ext cx="1675465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069583" y="-4973881"/>
            <a:ext cx="7572419" cy="6553584"/>
          </a:xfrm>
          <a:custGeom>
            <a:avLst/>
            <a:gdLst/>
            <a:ahLst/>
            <a:cxnLst/>
            <a:rect r="r" b="b" t="t" l="l"/>
            <a:pathLst>
              <a:path h="6553584" w="7572419">
                <a:moveTo>
                  <a:pt x="0" y="0"/>
                </a:moveTo>
                <a:lnTo>
                  <a:pt x="7572418" y="0"/>
                </a:lnTo>
                <a:lnTo>
                  <a:pt x="7572418" y="6553584"/>
                </a:lnTo>
                <a:lnTo>
                  <a:pt x="0" y="6553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70229"/>
            <a:ext cx="501016" cy="483708"/>
          </a:xfrm>
          <a:custGeom>
            <a:avLst/>
            <a:gdLst/>
            <a:ahLst/>
            <a:cxnLst/>
            <a:rect r="r" b="b" t="t" l="l"/>
            <a:pathLst>
              <a:path h="483708" w="501016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696056" y="3053616"/>
            <a:ext cx="8120826" cy="6336435"/>
            <a:chOff x="0" y="0"/>
            <a:chExt cx="10827768" cy="844858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827768" cy="1974977"/>
              <a:chOff x="0" y="0"/>
              <a:chExt cx="9543631" cy="174075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543669" cy="1740789"/>
              </a:xfrm>
              <a:custGeom>
                <a:avLst/>
                <a:gdLst/>
                <a:ahLst/>
                <a:cxnLst/>
                <a:rect r="r" b="b" t="t" l="l"/>
                <a:pathLst>
                  <a:path h="1740789" w="9543669">
                    <a:moveTo>
                      <a:pt x="0" y="149225"/>
                    </a:moveTo>
                    <a:cubicBezTo>
                      <a:pt x="0" y="66802"/>
                      <a:pt x="66802" y="0"/>
                      <a:pt x="149225" y="0"/>
                    </a:cubicBezTo>
                    <a:lnTo>
                      <a:pt x="9394444" y="0"/>
                    </a:lnTo>
                    <a:cubicBezTo>
                      <a:pt x="9476867" y="0"/>
                      <a:pt x="9543669" y="66802"/>
                      <a:pt x="9543669" y="149225"/>
                    </a:cubicBezTo>
                    <a:lnTo>
                      <a:pt x="9543669" y="1591564"/>
                    </a:lnTo>
                    <a:cubicBezTo>
                      <a:pt x="9543669" y="1673987"/>
                      <a:pt x="9476867" y="1740789"/>
                      <a:pt x="9394444" y="1740789"/>
                    </a:cubicBezTo>
                    <a:lnTo>
                      <a:pt x="149225" y="1740789"/>
                    </a:lnTo>
                    <a:cubicBezTo>
                      <a:pt x="66802" y="1740789"/>
                      <a:pt x="0" y="1673987"/>
                      <a:pt x="0" y="1591564"/>
                    </a:cubicBezTo>
                    <a:close/>
                  </a:path>
                </a:pathLst>
              </a:custGeom>
              <a:solidFill>
                <a:srgbClr val="0A0F0A"/>
              </a:solidFill>
              <a:ln w="254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93655" y="165990"/>
              <a:ext cx="1836652" cy="757718"/>
              <a:chOff x="0" y="0"/>
              <a:chExt cx="1618831" cy="66785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618869" cy="667893"/>
              </a:xfrm>
              <a:custGeom>
                <a:avLst/>
                <a:gdLst/>
                <a:ahLst/>
                <a:cxnLst/>
                <a:rect r="r" b="b" t="t" l="l"/>
                <a:pathLst>
                  <a:path h="667893" w="1618869">
                    <a:moveTo>
                      <a:pt x="0" y="102743"/>
                    </a:moveTo>
                    <a:cubicBezTo>
                      <a:pt x="0" y="45974"/>
                      <a:pt x="45974" y="0"/>
                      <a:pt x="102743" y="0"/>
                    </a:cubicBezTo>
                    <a:lnTo>
                      <a:pt x="1516126" y="0"/>
                    </a:lnTo>
                    <a:cubicBezTo>
                      <a:pt x="1572895" y="0"/>
                      <a:pt x="1618869" y="45974"/>
                      <a:pt x="1618869" y="102743"/>
                    </a:cubicBezTo>
                    <a:lnTo>
                      <a:pt x="1618869" y="565150"/>
                    </a:lnTo>
                    <a:cubicBezTo>
                      <a:pt x="1618869" y="621919"/>
                      <a:pt x="1572895" y="667893"/>
                      <a:pt x="1516126" y="667893"/>
                    </a:cubicBezTo>
                    <a:lnTo>
                      <a:pt x="102743" y="667893"/>
                    </a:lnTo>
                    <a:cubicBezTo>
                      <a:pt x="45974" y="667893"/>
                      <a:pt x="0" y="621792"/>
                      <a:pt x="0" y="565150"/>
                    </a:cubicBezTo>
                    <a:close/>
                  </a:path>
                </a:pathLst>
              </a:custGeom>
              <a:solidFill>
                <a:srgbClr val="0D6E4F"/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212862" y="185197"/>
              <a:ext cx="1798223" cy="793741"/>
              <a:chOff x="0" y="0"/>
              <a:chExt cx="1584960" cy="69960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584960" cy="699606"/>
              </a:xfrm>
              <a:custGeom>
                <a:avLst/>
                <a:gdLst/>
                <a:ahLst/>
                <a:cxnLst/>
                <a:rect r="r" b="b" t="t" l="l"/>
                <a:pathLst>
                  <a:path h="699606" w="1584960">
                    <a:moveTo>
                      <a:pt x="0" y="0"/>
                    </a:moveTo>
                    <a:lnTo>
                      <a:pt x="1584960" y="0"/>
                    </a:lnTo>
                    <a:lnTo>
                      <a:pt x="1584960" y="699606"/>
                    </a:lnTo>
                    <a:lnTo>
                      <a:pt x="0" y="699606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-1321" t="0" r="-1321" b="9379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9525"/>
                <a:ext cx="1584960" cy="70913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FF9C"/>
                    </a:solidFill>
                    <a:latin typeface="Courier New Bold"/>
                    <a:ea typeface="Courier New Bold"/>
                    <a:cs typeface="Courier New Bold"/>
                    <a:sym typeface="Courier New Bold"/>
                  </a:rPr>
                  <a:t>GET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149410" y="157532"/>
              <a:ext cx="8299492" cy="898704"/>
              <a:chOff x="0" y="0"/>
              <a:chExt cx="7315200" cy="79212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315200" cy="792120"/>
              </a:xfrm>
              <a:custGeom>
                <a:avLst/>
                <a:gdLst/>
                <a:ahLst/>
                <a:cxnLst/>
                <a:rect r="r" b="b" t="t" l="l"/>
                <a:pathLst>
                  <a:path h="792120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792120"/>
                    </a:lnTo>
                    <a:lnTo>
                      <a:pt x="0" y="79212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136847" r="0" b="-123039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7315200" cy="8016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999"/>
                  </a:lnSpc>
                </a:pPr>
                <a:r>
                  <a:rPr lang="en-US" sz="24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/api/state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378852" y="987481"/>
              <a:ext cx="10097715" cy="774619"/>
              <a:chOff x="0" y="0"/>
              <a:chExt cx="8900160" cy="68275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90016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8900160">
                    <a:moveTo>
                      <a:pt x="0" y="0"/>
                    </a:moveTo>
                    <a:lnTo>
                      <a:pt x="8900160" y="0"/>
                    </a:lnTo>
                    <a:lnTo>
                      <a:pt x="890016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204001" r="0" b="-204001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8900160" cy="7399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Serializa a Multilista em JSON 2D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2157868"/>
              <a:ext cx="10827768" cy="1974977"/>
              <a:chOff x="0" y="0"/>
              <a:chExt cx="9543631" cy="174075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543669" cy="1740789"/>
              </a:xfrm>
              <a:custGeom>
                <a:avLst/>
                <a:gdLst/>
                <a:ahLst/>
                <a:cxnLst/>
                <a:rect r="r" b="b" t="t" l="l"/>
                <a:pathLst>
                  <a:path h="1740789" w="9543669">
                    <a:moveTo>
                      <a:pt x="0" y="149225"/>
                    </a:moveTo>
                    <a:cubicBezTo>
                      <a:pt x="0" y="66802"/>
                      <a:pt x="66802" y="0"/>
                      <a:pt x="149225" y="0"/>
                    </a:cubicBezTo>
                    <a:lnTo>
                      <a:pt x="9394444" y="0"/>
                    </a:lnTo>
                    <a:cubicBezTo>
                      <a:pt x="9476867" y="0"/>
                      <a:pt x="9543669" y="66802"/>
                      <a:pt x="9543669" y="149225"/>
                    </a:cubicBezTo>
                    <a:lnTo>
                      <a:pt x="9543669" y="1591564"/>
                    </a:lnTo>
                    <a:cubicBezTo>
                      <a:pt x="9543669" y="1673987"/>
                      <a:pt x="9476867" y="1740789"/>
                      <a:pt x="9394444" y="1740789"/>
                    </a:cubicBezTo>
                    <a:lnTo>
                      <a:pt x="149225" y="1740789"/>
                    </a:lnTo>
                    <a:cubicBezTo>
                      <a:pt x="66802" y="1740789"/>
                      <a:pt x="0" y="1673987"/>
                      <a:pt x="0" y="1591564"/>
                    </a:cubicBezTo>
                    <a:close/>
                  </a:path>
                </a:pathLst>
              </a:custGeom>
              <a:solidFill>
                <a:srgbClr val="0A0F0A"/>
              </a:solidFill>
              <a:ln w="254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193655" y="2323858"/>
              <a:ext cx="1836652" cy="757718"/>
              <a:chOff x="0" y="0"/>
              <a:chExt cx="1618831" cy="66785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618869" cy="667893"/>
              </a:xfrm>
              <a:custGeom>
                <a:avLst/>
                <a:gdLst/>
                <a:ahLst/>
                <a:cxnLst/>
                <a:rect r="r" b="b" t="t" l="l"/>
                <a:pathLst>
                  <a:path h="667893" w="1618869">
                    <a:moveTo>
                      <a:pt x="0" y="102743"/>
                    </a:moveTo>
                    <a:cubicBezTo>
                      <a:pt x="0" y="45974"/>
                      <a:pt x="45974" y="0"/>
                      <a:pt x="102743" y="0"/>
                    </a:cubicBezTo>
                    <a:lnTo>
                      <a:pt x="1516126" y="0"/>
                    </a:lnTo>
                    <a:cubicBezTo>
                      <a:pt x="1572895" y="0"/>
                      <a:pt x="1618869" y="45974"/>
                      <a:pt x="1618869" y="102743"/>
                    </a:cubicBezTo>
                    <a:lnTo>
                      <a:pt x="1618869" y="565150"/>
                    </a:lnTo>
                    <a:cubicBezTo>
                      <a:pt x="1618869" y="621919"/>
                      <a:pt x="1572895" y="667893"/>
                      <a:pt x="1516126" y="667893"/>
                    </a:cubicBezTo>
                    <a:lnTo>
                      <a:pt x="102743" y="667893"/>
                    </a:lnTo>
                    <a:cubicBezTo>
                      <a:pt x="45974" y="667893"/>
                      <a:pt x="0" y="621792"/>
                      <a:pt x="0" y="565150"/>
                    </a:cubicBezTo>
                    <a:close/>
                  </a:path>
                </a:pathLst>
              </a:custGeom>
              <a:solidFill>
                <a:srgbClr val="5C3B7A"/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212862" y="2343065"/>
              <a:ext cx="1798223" cy="793741"/>
              <a:chOff x="0" y="0"/>
              <a:chExt cx="1584960" cy="69960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584960" cy="699606"/>
              </a:xfrm>
              <a:custGeom>
                <a:avLst/>
                <a:gdLst/>
                <a:ahLst/>
                <a:cxnLst/>
                <a:rect r="r" b="b" t="t" l="l"/>
                <a:pathLst>
                  <a:path h="699606" w="1584960">
                    <a:moveTo>
                      <a:pt x="0" y="0"/>
                    </a:moveTo>
                    <a:lnTo>
                      <a:pt x="1584960" y="0"/>
                    </a:lnTo>
                    <a:lnTo>
                      <a:pt x="1584960" y="699606"/>
                    </a:lnTo>
                    <a:lnTo>
                      <a:pt x="0" y="699606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-1321" t="0" r="-1321" b="9379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1584960" cy="70913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CC88FF"/>
                    </a:solidFill>
                    <a:latin typeface="Courier New Bold"/>
                    <a:ea typeface="Courier New Bold"/>
                    <a:cs typeface="Courier New Bold"/>
                    <a:sym typeface="Courier New Bold"/>
                  </a:rPr>
                  <a:t>POST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149410" y="2315400"/>
              <a:ext cx="8299492" cy="898704"/>
              <a:chOff x="0" y="0"/>
              <a:chExt cx="7315200" cy="79212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315200" cy="792120"/>
              </a:xfrm>
              <a:custGeom>
                <a:avLst/>
                <a:gdLst/>
                <a:ahLst/>
                <a:cxnLst/>
                <a:rect r="r" b="b" t="t" l="l"/>
                <a:pathLst>
                  <a:path h="792120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792120"/>
                    </a:lnTo>
                    <a:lnTo>
                      <a:pt x="0" y="79212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136847" r="0" b="-123039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"/>
                <a:ext cx="7315200" cy="8016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0" indent="0" lvl="0">
                  <a:lnSpc>
                    <a:spcPts val="2999"/>
                  </a:lnSpc>
                  <a:spcBef>
                    <a:spcPct val="0"/>
                  </a:spcBef>
                </a:pPr>
                <a:r>
                  <a:rPr lang="en-US" sz="2499" strike="noStrike" u="none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/api/pixel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78852" y="3145349"/>
              <a:ext cx="10097715" cy="774619"/>
              <a:chOff x="0" y="0"/>
              <a:chExt cx="8900160" cy="68275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90016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8900160">
                    <a:moveTo>
                      <a:pt x="0" y="0"/>
                    </a:moveTo>
                    <a:lnTo>
                      <a:pt x="8900160" y="0"/>
                    </a:lnTo>
                    <a:lnTo>
                      <a:pt x="890016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204001" r="0" b="-204001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57150"/>
                <a:ext cx="8900160" cy="7399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0" indent="0" lvl="0">
                  <a:lnSpc>
                    <a:spcPts val="3119"/>
                  </a:lnSpc>
                  <a:spcBef>
                    <a:spcPct val="0"/>
                  </a:spcBef>
                </a:pPr>
                <a:r>
                  <a:rPr lang="en-US" sz="2599" strike="noStrike" u="none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Define brilho de um pixel (r, c)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4315736"/>
              <a:ext cx="10827768" cy="1974977"/>
              <a:chOff x="0" y="0"/>
              <a:chExt cx="9543631" cy="1740751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543669" cy="1740789"/>
              </a:xfrm>
              <a:custGeom>
                <a:avLst/>
                <a:gdLst/>
                <a:ahLst/>
                <a:cxnLst/>
                <a:rect r="r" b="b" t="t" l="l"/>
                <a:pathLst>
                  <a:path h="1740789" w="9543669">
                    <a:moveTo>
                      <a:pt x="0" y="149225"/>
                    </a:moveTo>
                    <a:cubicBezTo>
                      <a:pt x="0" y="66802"/>
                      <a:pt x="66802" y="0"/>
                      <a:pt x="149225" y="0"/>
                    </a:cubicBezTo>
                    <a:lnTo>
                      <a:pt x="9394444" y="0"/>
                    </a:lnTo>
                    <a:cubicBezTo>
                      <a:pt x="9476867" y="0"/>
                      <a:pt x="9543669" y="66802"/>
                      <a:pt x="9543669" y="149225"/>
                    </a:cubicBezTo>
                    <a:lnTo>
                      <a:pt x="9543669" y="1591564"/>
                    </a:lnTo>
                    <a:cubicBezTo>
                      <a:pt x="9543669" y="1673987"/>
                      <a:pt x="9476867" y="1740789"/>
                      <a:pt x="9394444" y="1740789"/>
                    </a:cubicBezTo>
                    <a:lnTo>
                      <a:pt x="149225" y="1740789"/>
                    </a:lnTo>
                    <a:cubicBezTo>
                      <a:pt x="66802" y="1740789"/>
                      <a:pt x="0" y="1673987"/>
                      <a:pt x="0" y="1591564"/>
                    </a:cubicBezTo>
                    <a:close/>
                  </a:path>
                </a:pathLst>
              </a:custGeom>
              <a:solidFill>
                <a:srgbClr val="0A0F0A"/>
              </a:solidFill>
              <a:ln w="254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193655" y="4481726"/>
              <a:ext cx="1836652" cy="757718"/>
              <a:chOff x="0" y="0"/>
              <a:chExt cx="1618831" cy="667855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618869" cy="667893"/>
              </a:xfrm>
              <a:custGeom>
                <a:avLst/>
                <a:gdLst/>
                <a:ahLst/>
                <a:cxnLst/>
                <a:rect r="r" b="b" t="t" l="l"/>
                <a:pathLst>
                  <a:path h="667893" w="1618869">
                    <a:moveTo>
                      <a:pt x="0" y="102743"/>
                    </a:moveTo>
                    <a:cubicBezTo>
                      <a:pt x="0" y="45974"/>
                      <a:pt x="45974" y="0"/>
                      <a:pt x="102743" y="0"/>
                    </a:cubicBezTo>
                    <a:lnTo>
                      <a:pt x="1516126" y="0"/>
                    </a:lnTo>
                    <a:cubicBezTo>
                      <a:pt x="1572895" y="0"/>
                      <a:pt x="1618869" y="45974"/>
                      <a:pt x="1618869" y="102743"/>
                    </a:cubicBezTo>
                    <a:lnTo>
                      <a:pt x="1618869" y="565150"/>
                    </a:lnTo>
                    <a:cubicBezTo>
                      <a:pt x="1618869" y="621919"/>
                      <a:pt x="1572895" y="667893"/>
                      <a:pt x="1516126" y="667893"/>
                    </a:cubicBezTo>
                    <a:lnTo>
                      <a:pt x="102743" y="667893"/>
                    </a:lnTo>
                    <a:cubicBezTo>
                      <a:pt x="45974" y="667893"/>
                      <a:pt x="0" y="621792"/>
                      <a:pt x="0" y="565150"/>
                    </a:cubicBezTo>
                    <a:close/>
                  </a:path>
                </a:pathLst>
              </a:custGeom>
              <a:solidFill>
                <a:srgbClr val="5C3B7A"/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212862" y="4500933"/>
              <a:ext cx="1798223" cy="793741"/>
              <a:chOff x="0" y="0"/>
              <a:chExt cx="1584960" cy="69960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584960" cy="699606"/>
              </a:xfrm>
              <a:custGeom>
                <a:avLst/>
                <a:gdLst/>
                <a:ahLst/>
                <a:cxnLst/>
                <a:rect r="r" b="b" t="t" l="l"/>
                <a:pathLst>
                  <a:path h="699606" w="1584960">
                    <a:moveTo>
                      <a:pt x="0" y="0"/>
                    </a:moveTo>
                    <a:lnTo>
                      <a:pt x="1584960" y="0"/>
                    </a:lnTo>
                    <a:lnTo>
                      <a:pt x="1584960" y="699606"/>
                    </a:lnTo>
                    <a:lnTo>
                      <a:pt x="0" y="699606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-1321" t="0" r="-1321" b="9379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9525"/>
                <a:ext cx="1584960" cy="70913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CC88FF"/>
                    </a:solidFill>
                    <a:latin typeface="Courier New Bold"/>
                    <a:ea typeface="Courier New Bold"/>
                    <a:cs typeface="Courier New Bold"/>
                    <a:sym typeface="Courier New Bold"/>
                  </a:rPr>
                  <a:t>POST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2149410" y="4473268"/>
              <a:ext cx="8299492" cy="898704"/>
              <a:chOff x="0" y="0"/>
              <a:chExt cx="7315200" cy="792121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7315200" cy="792120"/>
              </a:xfrm>
              <a:custGeom>
                <a:avLst/>
                <a:gdLst/>
                <a:ahLst/>
                <a:cxnLst/>
                <a:rect r="r" b="b" t="t" l="l"/>
                <a:pathLst>
                  <a:path h="792120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792120"/>
                    </a:lnTo>
                    <a:lnTo>
                      <a:pt x="0" y="79212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136847" r="0" b="-123039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9525"/>
                <a:ext cx="7315200" cy="8016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0" indent="0" lvl="0">
                  <a:lnSpc>
                    <a:spcPts val="2999"/>
                  </a:lnSpc>
                  <a:spcBef>
                    <a:spcPct val="0"/>
                  </a:spcBef>
                </a:pPr>
                <a:r>
                  <a:rPr lang="en-US" sz="2499" strike="noStrike" u="none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/api/clear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378852" y="5303217"/>
              <a:ext cx="10097715" cy="774619"/>
              <a:chOff x="0" y="0"/>
              <a:chExt cx="8900160" cy="682752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90016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8900160">
                    <a:moveTo>
                      <a:pt x="0" y="0"/>
                    </a:moveTo>
                    <a:lnTo>
                      <a:pt x="8900160" y="0"/>
                    </a:lnTo>
                    <a:lnTo>
                      <a:pt x="890016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204001" r="0" b="-204001"/>
                </a:stretch>
              </a:blip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57150"/>
                <a:ext cx="8900160" cy="7399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0" indent="0" lvl="0">
                  <a:lnSpc>
                    <a:spcPts val="3119"/>
                  </a:lnSpc>
                  <a:spcBef>
                    <a:spcPct val="0"/>
                  </a:spcBef>
                </a:pPr>
                <a:r>
                  <a:rPr lang="en-US" sz="2599" strike="noStrike" u="none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Zera todos os pixels</a:t>
                </a: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6473604"/>
              <a:ext cx="10827768" cy="1974977"/>
              <a:chOff x="0" y="0"/>
              <a:chExt cx="9543631" cy="1740751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9543669" cy="1740789"/>
              </a:xfrm>
              <a:custGeom>
                <a:avLst/>
                <a:gdLst/>
                <a:ahLst/>
                <a:cxnLst/>
                <a:rect r="r" b="b" t="t" l="l"/>
                <a:pathLst>
                  <a:path h="1740789" w="9543669">
                    <a:moveTo>
                      <a:pt x="0" y="149225"/>
                    </a:moveTo>
                    <a:cubicBezTo>
                      <a:pt x="0" y="66802"/>
                      <a:pt x="66802" y="0"/>
                      <a:pt x="149225" y="0"/>
                    </a:cubicBezTo>
                    <a:lnTo>
                      <a:pt x="9394444" y="0"/>
                    </a:lnTo>
                    <a:cubicBezTo>
                      <a:pt x="9476867" y="0"/>
                      <a:pt x="9543669" y="66802"/>
                      <a:pt x="9543669" y="149225"/>
                    </a:cubicBezTo>
                    <a:lnTo>
                      <a:pt x="9543669" y="1591564"/>
                    </a:lnTo>
                    <a:cubicBezTo>
                      <a:pt x="9543669" y="1673987"/>
                      <a:pt x="9476867" y="1740789"/>
                      <a:pt x="9394444" y="1740789"/>
                    </a:cubicBezTo>
                    <a:lnTo>
                      <a:pt x="149225" y="1740789"/>
                    </a:lnTo>
                    <a:cubicBezTo>
                      <a:pt x="66802" y="1740789"/>
                      <a:pt x="0" y="1673987"/>
                      <a:pt x="0" y="1591564"/>
                    </a:cubicBezTo>
                    <a:close/>
                  </a:path>
                </a:pathLst>
              </a:custGeom>
              <a:solidFill>
                <a:srgbClr val="0A0F0A"/>
              </a:solidFill>
              <a:ln w="25400" cap="sq">
                <a:solidFill>
                  <a:srgbClr val="222222"/>
                </a:solidFill>
                <a:prstDash val="solid"/>
                <a:miter/>
              </a:ln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193655" y="6639594"/>
              <a:ext cx="1836652" cy="757718"/>
              <a:chOff x="0" y="0"/>
              <a:chExt cx="1618831" cy="667855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618869" cy="667893"/>
              </a:xfrm>
              <a:custGeom>
                <a:avLst/>
                <a:gdLst/>
                <a:ahLst/>
                <a:cxnLst/>
                <a:rect r="r" b="b" t="t" l="l"/>
                <a:pathLst>
                  <a:path h="667893" w="1618869">
                    <a:moveTo>
                      <a:pt x="0" y="102743"/>
                    </a:moveTo>
                    <a:cubicBezTo>
                      <a:pt x="0" y="45974"/>
                      <a:pt x="45974" y="0"/>
                      <a:pt x="102743" y="0"/>
                    </a:cubicBezTo>
                    <a:lnTo>
                      <a:pt x="1516126" y="0"/>
                    </a:lnTo>
                    <a:cubicBezTo>
                      <a:pt x="1572895" y="0"/>
                      <a:pt x="1618869" y="45974"/>
                      <a:pt x="1618869" y="102743"/>
                    </a:cubicBezTo>
                    <a:lnTo>
                      <a:pt x="1618869" y="565150"/>
                    </a:lnTo>
                    <a:cubicBezTo>
                      <a:pt x="1618869" y="621919"/>
                      <a:pt x="1572895" y="667893"/>
                      <a:pt x="1516126" y="667893"/>
                    </a:cubicBezTo>
                    <a:lnTo>
                      <a:pt x="102743" y="667893"/>
                    </a:lnTo>
                    <a:cubicBezTo>
                      <a:pt x="45974" y="667893"/>
                      <a:pt x="0" y="621792"/>
                      <a:pt x="0" y="565150"/>
                    </a:cubicBezTo>
                    <a:close/>
                  </a:path>
                </a:pathLst>
              </a:custGeom>
              <a:solidFill>
                <a:srgbClr val="5C3B7A"/>
              </a:solidFill>
              <a:ln w="254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212862" y="6658801"/>
              <a:ext cx="1798223" cy="793741"/>
              <a:chOff x="0" y="0"/>
              <a:chExt cx="1584960" cy="699606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584960" cy="699606"/>
              </a:xfrm>
              <a:custGeom>
                <a:avLst/>
                <a:gdLst/>
                <a:ahLst/>
                <a:cxnLst/>
                <a:rect r="r" b="b" t="t" l="l"/>
                <a:pathLst>
                  <a:path h="699606" w="1584960">
                    <a:moveTo>
                      <a:pt x="0" y="0"/>
                    </a:moveTo>
                    <a:lnTo>
                      <a:pt x="1584960" y="0"/>
                    </a:lnTo>
                    <a:lnTo>
                      <a:pt x="1584960" y="699606"/>
                    </a:lnTo>
                    <a:lnTo>
                      <a:pt x="0" y="699606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-1321" t="0" r="-1321" b="9379"/>
                </a:stretch>
              </a:blip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9525"/>
                <a:ext cx="1584960" cy="70913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CC88FF"/>
                    </a:solidFill>
                    <a:latin typeface="Courier New Bold"/>
                    <a:ea typeface="Courier New Bold"/>
                    <a:cs typeface="Courier New Bold"/>
                    <a:sym typeface="Courier New Bold"/>
                  </a:rPr>
                  <a:t>POST</a:t>
                </a: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2149410" y="6631136"/>
              <a:ext cx="8299492" cy="898704"/>
              <a:chOff x="0" y="0"/>
              <a:chExt cx="7315200" cy="79212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7315200" cy="792120"/>
              </a:xfrm>
              <a:custGeom>
                <a:avLst/>
                <a:gdLst/>
                <a:ahLst/>
                <a:cxnLst/>
                <a:rect r="r" b="b" t="t" l="l"/>
                <a:pathLst>
                  <a:path h="792120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792120"/>
                    </a:lnTo>
                    <a:lnTo>
                      <a:pt x="0" y="79212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136847" r="0" b="-123039"/>
                </a:stretch>
              </a:blip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9525"/>
                <a:ext cx="7315200" cy="8016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0" indent="0" lvl="0">
                  <a:lnSpc>
                    <a:spcPts val="2999"/>
                  </a:lnSpc>
                  <a:spcBef>
                    <a:spcPct val="0"/>
                  </a:spcBef>
                </a:pPr>
                <a:r>
                  <a:rPr lang="en-US" sz="2499" strike="noStrike" u="none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/api/pattern?name=</a:t>
                </a: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378852" y="7461085"/>
              <a:ext cx="10097715" cy="774619"/>
              <a:chOff x="0" y="0"/>
              <a:chExt cx="8900160" cy="682752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890016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8900160">
                    <a:moveTo>
                      <a:pt x="0" y="0"/>
                    </a:moveTo>
                    <a:lnTo>
                      <a:pt x="8900160" y="0"/>
                    </a:lnTo>
                    <a:lnTo>
                      <a:pt x="890016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0" t="-204001" r="0" b="-204001"/>
                </a:stretch>
              </a:blip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57150"/>
                <a:ext cx="8900160" cy="7399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0" indent="0" lvl="0">
                  <a:lnSpc>
                    <a:spcPts val="3119"/>
                  </a:lnSpc>
                  <a:spcBef>
                    <a:spcPct val="0"/>
                  </a:spcBef>
                </a:pPr>
                <a:r>
                  <a:rPr lang="en-US" sz="2599" strike="noStrike" u="none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Aplica padrão: xadrez, borda ou onda</a:t>
                </a:r>
              </a:p>
            </p:txBody>
          </p:sp>
        </p:grpSp>
      </p:grpSp>
      <p:sp>
        <p:nvSpPr>
          <p:cNvPr name="Freeform 59" id="59"/>
          <p:cNvSpPr/>
          <p:nvPr/>
        </p:nvSpPr>
        <p:spPr>
          <a:xfrm flipH="false" flipV="false" rot="0">
            <a:off x="758905" y="8308818"/>
            <a:ext cx="4083742" cy="1180734"/>
          </a:xfrm>
          <a:custGeom>
            <a:avLst/>
            <a:gdLst/>
            <a:ahLst/>
            <a:cxnLst/>
            <a:rect r="r" b="b" t="t" l="l"/>
            <a:pathLst>
              <a:path h="1180734" w="4083742">
                <a:moveTo>
                  <a:pt x="0" y="0"/>
                </a:moveTo>
                <a:lnTo>
                  <a:pt x="4083742" y="0"/>
                </a:lnTo>
                <a:lnTo>
                  <a:pt x="4083742" y="1180734"/>
                </a:lnTo>
                <a:lnTo>
                  <a:pt x="0" y="11807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732958" y="1316824"/>
            <a:ext cx="9128324" cy="180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b="true" sz="650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O CONTROLADOR E A COMUNICAÇÃO (API)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10983" y="672465"/>
            <a:ext cx="345936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TV TUBO SIMULATOR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32958" y="4050822"/>
            <a:ext cx="7814072" cy="144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2"/>
              </a:lnSpc>
              <a:spcBef>
                <a:spcPct val="0"/>
              </a:spcBef>
            </a:pPr>
            <a:r>
              <a:rPr lang="en-US" sz="27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eg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dores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2773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Re</a:t>
            </a:r>
            <a:r>
              <a:rPr lang="en-US" sz="2773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</a:t>
            </a:r>
            <a:r>
              <a:rPr lang="en-US" sz="2773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</a:t>
            </a:r>
            <a:r>
              <a:rPr lang="en-US" sz="2773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</a:t>
            </a:r>
            <a:r>
              <a:rPr lang="en-US" sz="2773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/Web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não 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nsegue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 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ler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nde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eç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m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emór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ia 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pon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do Jav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58905" y="3463321"/>
            <a:ext cx="1899880" cy="520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3"/>
              </a:lnSpc>
              <a:spcBef>
                <a:spcPct val="0"/>
              </a:spcBef>
            </a:pPr>
            <a:r>
              <a:rPr lang="en-US" b="true" sz="3599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Desafio: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32958" y="5886764"/>
            <a:ext cx="4001214" cy="520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3"/>
              </a:lnSpc>
              <a:spcBef>
                <a:spcPct val="0"/>
              </a:spcBef>
            </a:pPr>
            <a:r>
              <a:rPr lang="en-US" b="true" sz="3599" strike="noStrike" u="none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Integração Web: 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58905" y="6474265"/>
            <a:ext cx="7598546" cy="144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2"/>
              </a:lnSpc>
              <a:spcBef>
                <a:spcPct val="0"/>
              </a:spcBef>
            </a:pP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Utilizamos a biblioteca </a:t>
            </a:r>
            <a:r>
              <a:rPr lang="en-US" sz="2773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Javalin 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para criar uma </a:t>
            </a:r>
            <a:r>
              <a:rPr lang="en-US" b="true" sz="27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REST,</a:t>
            </a:r>
            <a:r>
              <a:rPr lang="en-US" sz="27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que serializa a Multilista dinâmica em um formato estático (JSON).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246155" y="2364426"/>
            <a:ext cx="5020628" cy="520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3"/>
              </a:lnSpc>
              <a:spcBef>
                <a:spcPct val="0"/>
              </a:spcBef>
            </a:pPr>
            <a:r>
              <a:rPr lang="en-US" b="true" sz="3599" strike="noStrike" u="none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Endpoints Principais: 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6325" y="-809234"/>
            <a:ext cx="22400341" cy="12344912"/>
            <a:chOff x="0" y="0"/>
            <a:chExt cx="29867121" cy="16459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6494511"/>
              <a:ext cx="15724451" cy="9965371"/>
            </a:xfrm>
            <a:custGeom>
              <a:avLst/>
              <a:gdLst/>
              <a:ahLst/>
              <a:cxnLst/>
              <a:rect r="r" b="b" t="t" l="l"/>
              <a:pathLst>
                <a:path h="9965371" w="15724451">
                  <a:moveTo>
                    <a:pt x="0" y="0"/>
                  </a:moveTo>
                  <a:lnTo>
                    <a:pt x="15724451" y="0"/>
                  </a:lnTo>
                  <a:lnTo>
                    <a:pt x="15724451" y="9965371"/>
                  </a:lnTo>
                  <a:lnTo>
                    <a:pt x="0" y="9965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142670" y="0"/>
              <a:ext cx="15724451" cy="9965371"/>
            </a:xfrm>
            <a:custGeom>
              <a:avLst/>
              <a:gdLst/>
              <a:ahLst/>
              <a:cxnLst/>
              <a:rect r="r" b="b" t="t" l="l"/>
              <a:pathLst>
                <a:path h="9965371" w="15724451">
                  <a:moveTo>
                    <a:pt x="0" y="0"/>
                  </a:moveTo>
                  <a:lnTo>
                    <a:pt x="15724451" y="0"/>
                  </a:lnTo>
                  <a:lnTo>
                    <a:pt x="15724451" y="9965371"/>
                  </a:lnTo>
                  <a:lnTo>
                    <a:pt x="0" y="9965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28644" y="2113280"/>
            <a:ext cx="10381761" cy="7545045"/>
            <a:chOff x="0" y="0"/>
            <a:chExt cx="13842348" cy="1006006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534400" cy="847241"/>
              <a:chOff x="0" y="0"/>
              <a:chExt cx="8534400" cy="84724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534400" cy="847241"/>
              </a:xfrm>
              <a:custGeom>
                <a:avLst/>
                <a:gdLst/>
                <a:ahLst/>
                <a:cxnLst/>
                <a:rect r="r" b="b" t="t" l="l"/>
                <a:pathLst>
                  <a:path h="847241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847241"/>
                    </a:lnTo>
                    <a:lnTo>
                      <a:pt x="0" y="847241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155983" r="0" b="-136568"/>
                </a:stretch>
              </a:blip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8534400" cy="91391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 b="true">
                    <a:solidFill>
                      <a:srgbClr val="FFB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BACKEND · SERVIDOR JAVALIN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788794"/>
              <a:ext cx="13842348" cy="9271266"/>
              <a:chOff x="0" y="0"/>
              <a:chExt cx="13842348" cy="927126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842347" cy="9271267"/>
              </a:xfrm>
              <a:custGeom>
                <a:avLst/>
                <a:gdLst/>
                <a:ahLst/>
                <a:cxnLst/>
                <a:rect r="r" b="b" t="t" l="l"/>
                <a:pathLst>
                  <a:path h="9271267" w="13842347">
                    <a:moveTo>
                      <a:pt x="0" y="343413"/>
                    </a:moveTo>
                    <a:cubicBezTo>
                      <a:pt x="0" y="153693"/>
                      <a:pt x="119588" y="0"/>
                      <a:pt x="267208" y="0"/>
                    </a:cubicBezTo>
                    <a:lnTo>
                      <a:pt x="13575139" y="0"/>
                    </a:lnTo>
                    <a:cubicBezTo>
                      <a:pt x="13722759" y="0"/>
                      <a:pt x="13842347" y="153693"/>
                      <a:pt x="13842347" y="343413"/>
                    </a:cubicBezTo>
                    <a:lnTo>
                      <a:pt x="13842347" y="8927854"/>
                    </a:lnTo>
                    <a:cubicBezTo>
                      <a:pt x="13842347" y="9117573"/>
                      <a:pt x="13722759" y="9271267"/>
                      <a:pt x="13575139" y="9271267"/>
                    </a:cubicBezTo>
                    <a:lnTo>
                      <a:pt x="267208" y="9271267"/>
                    </a:lnTo>
                    <a:cubicBezTo>
                      <a:pt x="119588" y="9271267"/>
                      <a:pt x="0" y="9117573"/>
                      <a:pt x="0" y="8927853"/>
                    </a:cubicBezTo>
                    <a:close/>
                  </a:path>
                </a:pathLst>
              </a:custGeom>
              <a:solidFill>
                <a:srgbClr val="0D1117"/>
              </a:solidFill>
              <a:ln w="38100" cap="sq">
                <a:solidFill>
                  <a:srgbClr val="1E3A1E"/>
                </a:solidFill>
                <a:prstDash val="solid"/>
                <a:miter/>
              </a:ln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533408" y="1074186"/>
              <a:ext cx="11704320" cy="1141120"/>
              <a:chOff x="0" y="0"/>
              <a:chExt cx="11704320" cy="114112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704320" cy="1141120"/>
              </a:xfrm>
              <a:custGeom>
                <a:avLst/>
                <a:gdLst/>
                <a:ahLst/>
                <a:cxnLst/>
                <a:rect r="r" b="b" t="t" l="l"/>
                <a:pathLst>
                  <a:path h="1141120" w="11704320">
                    <a:moveTo>
                      <a:pt x="0" y="0"/>
                    </a:moveTo>
                    <a:lnTo>
                      <a:pt x="11704320" y="0"/>
                    </a:lnTo>
                    <a:lnTo>
                      <a:pt x="11704320" y="1141120"/>
                    </a:lnTo>
                    <a:lnTo>
                      <a:pt x="0" y="114112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0" t="-169939" r="0" b="-129771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9525"/>
                <a:ext cx="11704320" cy="11506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00B32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Main.java — trecho principal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533408" y="2215306"/>
              <a:ext cx="12309416" cy="7147319"/>
              <a:chOff x="0" y="0"/>
              <a:chExt cx="12309416" cy="714731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2309415" cy="7147319"/>
              </a:xfrm>
              <a:custGeom>
                <a:avLst/>
                <a:gdLst/>
                <a:ahLst/>
                <a:cxnLst/>
                <a:rect r="r" b="b" t="t" l="l"/>
                <a:pathLst>
                  <a:path h="7147319" w="12309415">
                    <a:moveTo>
                      <a:pt x="0" y="0"/>
                    </a:moveTo>
                    <a:lnTo>
                      <a:pt x="12309415" y="0"/>
                    </a:lnTo>
                    <a:lnTo>
                      <a:pt x="12309415" y="7147319"/>
                    </a:lnTo>
                    <a:lnTo>
                      <a:pt x="0" y="7147319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7382" t="0" r="-4447" b="24944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12309416" cy="715684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D7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</a:t>
                </a:r>
                <a:r>
                  <a:rPr lang="en-US" sz="2799">
                    <a:solidFill>
                      <a:srgbClr val="FFD7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ultilista</a:t>
                </a:r>
                <a:r>
                  <a:rPr lang="en-US" sz="27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tela = new </a:t>
                </a:r>
                <a:r>
                  <a:rPr lang="en-US" sz="2799">
                    <a:solidFill>
                      <a:srgbClr val="FFD7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Multilista</a:t>
                </a:r>
                <a:r>
                  <a:rPr lang="en-US" sz="27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(40, 80);</a:t>
                </a:r>
              </a:p>
              <a:p>
                <a:pPr algn="l">
                  <a:lnSpc>
                    <a:spcPts val="3359"/>
                  </a:lnSpc>
                </a:pPr>
              </a:p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GET /api/state → retorna grade completa</a:t>
                </a:r>
              </a:p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app.get</a:t>
                </a:r>
                <a:r>
                  <a:rPr lang="en-US" sz="2799">
                    <a:solidFill>
                      <a:srgbClr val="FFB86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("/api/state", ctx -&gt; {</a:t>
                </a:r>
              </a:p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int</a:t>
                </a:r>
                <a:r>
                  <a:rPr lang="en-US" sz="27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[][] grid = new </a:t>
                </a:r>
                <a:r>
                  <a:rPr lang="en-US" sz="27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en-US" sz="27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[40][80];</a:t>
                </a:r>
              </a:p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for (int</a:t>
                </a:r>
                <a:r>
                  <a:rPr lang="en-US" sz="27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r = 0; r &lt; 40; r++)</a:t>
                </a:r>
              </a:p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for (int</a:t>
                </a:r>
                <a:r>
                  <a:rPr lang="en-US" sz="27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c = 0; c &lt; 80; c++)</a:t>
                </a:r>
              </a:p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grid[r][c] = tela.</a:t>
                </a:r>
                <a:r>
                  <a:rPr lang="en-US" sz="2799">
                    <a:solidFill>
                      <a:srgbClr val="FFB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getPixel</a:t>
                </a:r>
                <a:r>
                  <a:rPr lang="en-US" sz="27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(r, c);</a:t>
                </a:r>
              </a:p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ctx.</a:t>
                </a:r>
                <a:r>
                  <a:rPr lang="en-US" sz="27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json</a:t>
                </a:r>
                <a:r>
                  <a:rPr lang="en-US" sz="27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(grid);</a:t>
                </a:r>
              </a:p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});</a:t>
                </a:r>
              </a:p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POST /api/pixel → altera um pixel</a:t>
                </a:r>
              </a:p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app.post</a:t>
                </a:r>
                <a:r>
                  <a:rPr lang="en-US" sz="2799">
                    <a:solidFill>
                      <a:srgbClr val="FFB86C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("/api/pixel", ...);</a:t>
                </a: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0313125" y="864997"/>
            <a:ext cx="6946175" cy="1316736"/>
            <a:chOff x="0" y="0"/>
            <a:chExt cx="9261567" cy="1755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61567" cy="1755648"/>
            </a:xfrm>
            <a:custGeom>
              <a:avLst/>
              <a:gdLst/>
              <a:ahLst/>
              <a:cxnLst/>
              <a:rect r="r" b="b" t="t" l="l"/>
              <a:pathLst>
                <a:path h="1755648" w="9261567">
                  <a:moveTo>
                    <a:pt x="0" y="0"/>
                  </a:moveTo>
                  <a:lnTo>
                    <a:pt x="9261567" y="0"/>
                  </a:lnTo>
                  <a:lnTo>
                    <a:pt x="9261567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8150" r="-131687" b="-1881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261567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3462"/>
                </a:lnSpc>
                <a:spcBef>
                  <a:spcPct val="0"/>
                </a:spcBef>
              </a:pPr>
              <a:r>
                <a:rPr lang="en-US" sz="2473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classe </a:t>
              </a:r>
              <a:r>
                <a:rPr lang="en-US" sz="2473" i="tru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Main.java </a:t>
              </a:r>
              <a:r>
                <a:rPr lang="en-US" sz="2473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funciona como o </a:t>
              </a:r>
              <a:r>
                <a:rPr lang="en-US" b="true" sz="2473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cérebro </a:t>
              </a:r>
              <a:r>
                <a:rPr lang="en-US" sz="2473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que manipula a Multilista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28644" y="1066800"/>
            <a:ext cx="9854246" cy="95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b="true" sz="6500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MAIN.JAVA - API REST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447676"/>
            <a:ext cx="4041647" cy="483708"/>
            <a:chOff x="0" y="0"/>
            <a:chExt cx="5388863" cy="6449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8021" cy="644944"/>
            </a:xfrm>
            <a:custGeom>
              <a:avLst/>
              <a:gdLst/>
              <a:ahLst/>
              <a:cxnLst/>
              <a:rect r="r" b="b" t="t" l="l"/>
              <a:pathLst>
                <a:path h="644944" w="668021">
                  <a:moveTo>
                    <a:pt x="0" y="0"/>
                  </a:moveTo>
                  <a:lnTo>
                    <a:pt x="668021" y="0"/>
                  </a:lnTo>
                  <a:lnTo>
                    <a:pt x="668021" y="644944"/>
                  </a:lnTo>
                  <a:lnTo>
                    <a:pt x="0" y="64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776377" y="15681"/>
              <a:ext cx="4612487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TV TUBO SIMULATOR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356549" y="3761006"/>
            <a:ext cx="5902751" cy="501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02"/>
              </a:lnSpc>
              <a:spcBef>
                <a:spcPct val="0"/>
              </a:spcBef>
            </a:pPr>
            <a:r>
              <a:rPr lang="en-US" sz="35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Web exige dados estáticos. O laço </a:t>
            </a:r>
            <a:r>
              <a:rPr lang="en-US" b="true" sz="35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percorre </a:t>
            </a:r>
            <a:r>
              <a:rPr lang="en-US" sz="35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toda a Multilista dinâmica (</a:t>
            </a:r>
            <a:r>
              <a:rPr lang="en-US" sz="3573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O(N)</a:t>
            </a:r>
            <a:r>
              <a:rPr lang="en-US" sz="35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 e "tira uma foto", </a:t>
            </a:r>
            <a:r>
              <a:rPr lang="en-US" b="true" sz="35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transferindo os valores</a:t>
            </a:r>
            <a:r>
              <a:rPr lang="en-US" sz="35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para uma </a:t>
            </a:r>
            <a:r>
              <a:rPr lang="en-US" b="true" sz="357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matriz estática</a:t>
            </a:r>
            <a:r>
              <a:rPr lang="en-US" sz="35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3573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int[ ][ ]</a:t>
            </a:r>
            <a:r>
              <a:rPr lang="en-US" sz="35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 para ser enviada como </a:t>
            </a:r>
            <a:r>
              <a:rPr lang="en-US" sz="3573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JSON</a:t>
            </a:r>
            <a:r>
              <a:rPr lang="en-US" sz="357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AutoShape 25" id="25"/>
          <p:cNvSpPr/>
          <p:nvPr/>
        </p:nvSpPr>
        <p:spPr>
          <a:xfrm flipH="true">
            <a:off x="10105034" y="931384"/>
            <a:ext cx="0" cy="108664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8482" y="192151"/>
            <a:ext cx="16459200" cy="1618361"/>
            <a:chOff x="0" y="0"/>
            <a:chExt cx="21945600" cy="21578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57815"/>
            </a:xfrm>
            <a:custGeom>
              <a:avLst/>
              <a:gdLst/>
              <a:ahLst/>
              <a:cxnLst/>
              <a:rect r="r" b="b" t="t" l="l"/>
              <a:pathLst>
                <a:path h="21578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57815"/>
                  </a:lnTo>
                  <a:lnTo>
                    <a:pt x="0" y="2157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267" r="0" b="-13206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1945600" cy="211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6760"/>
                </a:lnSpc>
                <a:spcBef>
                  <a:spcPct val="0"/>
                </a:spcBef>
              </a:pPr>
              <a:r>
                <a:rPr lang="en-US" b="true" sz="6500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PADRÕES VISUAIS — SETPIXEL EM AÇÃO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554480"/>
            <a:ext cx="6400800" cy="557137"/>
            <a:chOff x="0" y="0"/>
            <a:chExt cx="8534400" cy="742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34400" cy="742849"/>
            </a:xfrm>
            <a:custGeom>
              <a:avLst/>
              <a:gdLst/>
              <a:ahLst/>
              <a:cxnLst/>
              <a:rect r="r" b="b" t="t" l="l"/>
              <a:pathLst>
                <a:path h="742849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903" r="0" b="-169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534400" cy="80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FFB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POPULAÇÃO DA MULTILISTA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2" y="2092195"/>
            <a:ext cx="17289275" cy="6102610"/>
            <a:chOff x="0" y="0"/>
            <a:chExt cx="23052367" cy="813681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6929" y="0"/>
              <a:ext cx="7412736" cy="780288"/>
              <a:chOff x="0" y="0"/>
              <a:chExt cx="7412736" cy="78028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412736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7412736">
                    <a:moveTo>
                      <a:pt x="0" y="0"/>
                    </a:moveTo>
                    <a:lnTo>
                      <a:pt x="7412736" y="0"/>
                    </a:lnTo>
                    <a:lnTo>
                      <a:pt x="7412736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5107" r="0" b="-135107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9050"/>
                <a:ext cx="7412736" cy="79933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b="true" sz="2600">
                    <a:solidFill>
                      <a:srgbClr val="6AC4EA"/>
                    </a:solidFill>
                    <a:latin typeface="Courier New Bold"/>
                    <a:ea typeface="Courier New Bold"/>
                    <a:cs typeface="Courier New Bold"/>
                    <a:sym typeface="Courier New Bold"/>
                  </a:rPr>
                  <a:t>XADREZ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1849" y="921512"/>
              <a:ext cx="424688" cy="449072"/>
              <a:chOff x="0" y="0"/>
              <a:chExt cx="424688" cy="44907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475145" y="921512"/>
              <a:ext cx="424688" cy="449072"/>
              <a:chOff x="0" y="0"/>
              <a:chExt cx="424688" cy="44907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938441" y="921512"/>
              <a:ext cx="424688" cy="449072"/>
              <a:chOff x="0" y="0"/>
              <a:chExt cx="424688" cy="44907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401737" y="921512"/>
              <a:ext cx="424688" cy="449072"/>
              <a:chOff x="0" y="0"/>
              <a:chExt cx="424688" cy="44907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1865033" y="921512"/>
              <a:ext cx="424688" cy="449072"/>
              <a:chOff x="0" y="0"/>
              <a:chExt cx="424688" cy="44907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2328329" y="921512"/>
              <a:ext cx="424688" cy="449072"/>
              <a:chOff x="0" y="0"/>
              <a:chExt cx="424688" cy="44907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2791625" y="921512"/>
              <a:ext cx="424688" cy="449072"/>
              <a:chOff x="0" y="0"/>
              <a:chExt cx="424688" cy="44907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3254921" y="921512"/>
              <a:ext cx="424688" cy="449072"/>
              <a:chOff x="0" y="0"/>
              <a:chExt cx="424688" cy="44907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3718217" y="921512"/>
              <a:ext cx="424688" cy="449072"/>
              <a:chOff x="0" y="0"/>
              <a:chExt cx="424688" cy="44907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4181513" y="921512"/>
              <a:ext cx="424688" cy="449072"/>
              <a:chOff x="0" y="0"/>
              <a:chExt cx="424688" cy="44907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4644809" y="921512"/>
              <a:ext cx="424688" cy="449072"/>
              <a:chOff x="0" y="0"/>
              <a:chExt cx="424688" cy="44907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5108105" y="921512"/>
              <a:ext cx="424688" cy="449072"/>
              <a:chOff x="0" y="0"/>
              <a:chExt cx="424688" cy="44907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5571401" y="921512"/>
              <a:ext cx="424688" cy="449072"/>
              <a:chOff x="0" y="0"/>
              <a:chExt cx="424688" cy="44907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6034697" y="921512"/>
              <a:ext cx="424688" cy="449072"/>
              <a:chOff x="0" y="0"/>
              <a:chExt cx="424688" cy="449072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6497993" y="921512"/>
              <a:ext cx="424688" cy="449072"/>
              <a:chOff x="0" y="0"/>
              <a:chExt cx="424688" cy="44907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6961289" y="921512"/>
              <a:ext cx="424688" cy="449072"/>
              <a:chOff x="0" y="0"/>
              <a:chExt cx="424688" cy="449072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11849" y="1409192"/>
              <a:ext cx="424688" cy="449072"/>
              <a:chOff x="0" y="0"/>
              <a:chExt cx="424688" cy="44907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475145" y="1409192"/>
              <a:ext cx="424688" cy="449072"/>
              <a:chOff x="0" y="0"/>
              <a:chExt cx="424688" cy="449072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938441" y="1409192"/>
              <a:ext cx="424688" cy="449072"/>
              <a:chOff x="0" y="0"/>
              <a:chExt cx="424688" cy="44907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1401737" y="1409192"/>
              <a:ext cx="424688" cy="449072"/>
              <a:chOff x="0" y="0"/>
              <a:chExt cx="424688" cy="449072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1865033" y="1409192"/>
              <a:ext cx="424688" cy="449072"/>
              <a:chOff x="0" y="0"/>
              <a:chExt cx="424688" cy="449072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2328329" y="1409192"/>
              <a:ext cx="424688" cy="449072"/>
              <a:chOff x="0" y="0"/>
              <a:chExt cx="424688" cy="449072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56" id="56"/>
            <p:cNvGrpSpPr/>
            <p:nvPr/>
          </p:nvGrpSpPr>
          <p:grpSpPr>
            <a:xfrm rot="0">
              <a:off x="2791625" y="1409192"/>
              <a:ext cx="424688" cy="449072"/>
              <a:chOff x="0" y="0"/>
              <a:chExt cx="424688" cy="449072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8" id="58"/>
            <p:cNvGrpSpPr/>
            <p:nvPr/>
          </p:nvGrpSpPr>
          <p:grpSpPr>
            <a:xfrm rot="0">
              <a:off x="3254921" y="1409192"/>
              <a:ext cx="424688" cy="449072"/>
              <a:chOff x="0" y="0"/>
              <a:chExt cx="424688" cy="449072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3718217" y="1409192"/>
              <a:ext cx="424688" cy="449072"/>
              <a:chOff x="0" y="0"/>
              <a:chExt cx="424688" cy="449072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4181513" y="1409192"/>
              <a:ext cx="424688" cy="449072"/>
              <a:chOff x="0" y="0"/>
              <a:chExt cx="424688" cy="449072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4" id="64"/>
            <p:cNvGrpSpPr/>
            <p:nvPr/>
          </p:nvGrpSpPr>
          <p:grpSpPr>
            <a:xfrm rot="0">
              <a:off x="4644809" y="1409192"/>
              <a:ext cx="424688" cy="449072"/>
              <a:chOff x="0" y="0"/>
              <a:chExt cx="424688" cy="449072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6" id="66"/>
            <p:cNvGrpSpPr/>
            <p:nvPr/>
          </p:nvGrpSpPr>
          <p:grpSpPr>
            <a:xfrm rot="0">
              <a:off x="5108105" y="1409192"/>
              <a:ext cx="424688" cy="449072"/>
              <a:chOff x="0" y="0"/>
              <a:chExt cx="424688" cy="449072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8" id="68"/>
            <p:cNvGrpSpPr/>
            <p:nvPr/>
          </p:nvGrpSpPr>
          <p:grpSpPr>
            <a:xfrm rot="0">
              <a:off x="5571401" y="1409192"/>
              <a:ext cx="424688" cy="449072"/>
              <a:chOff x="0" y="0"/>
              <a:chExt cx="424688" cy="449072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0" id="70"/>
            <p:cNvGrpSpPr/>
            <p:nvPr/>
          </p:nvGrpSpPr>
          <p:grpSpPr>
            <a:xfrm rot="0">
              <a:off x="6034697" y="1409192"/>
              <a:ext cx="424688" cy="449072"/>
              <a:chOff x="0" y="0"/>
              <a:chExt cx="424688" cy="449072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72" id="72"/>
            <p:cNvGrpSpPr/>
            <p:nvPr/>
          </p:nvGrpSpPr>
          <p:grpSpPr>
            <a:xfrm rot="0">
              <a:off x="6497993" y="1409192"/>
              <a:ext cx="424688" cy="449072"/>
              <a:chOff x="0" y="0"/>
              <a:chExt cx="424688" cy="449072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4" id="74"/>
            <p:cNvGrpSpPr/>
            <p:nvPr/>
          </p:nvGrpSpPr>
          <p:grpSpPr>
            <a:xfrm rot="0">
              <a:off x="6961289" y="1409192"/>
              <a:ext cx="424688" cy="449072"/>
              <a:chOff x="0" y="0"/>
              <a:chExt cx="424688" cy="449072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76" id="76"/>
            <p:cNvGrpSpPr/>
            <p:nvPr/>
          </p:nvGrpSpPr>
          <p:grpSpPr>
            <a:xfrm rot="0">
              <a:off x="11849" y="1896872"/>
              <a:ext cx="424688" cy="449072"/>
              <a:chOff x="0" y="0"/>
              <a:chExt cx="424688" cy="449072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475145" y="1896872"/>
              <a:ext cx="424688" cy="449072"/>
              <a:chOff x="0" y="0"/>
              <a:chExt cx="424688" cy="449072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0" id="80"/>
            <p:cNvGrpSpPr/>
            <p:nvPr/>
          </p:nvGrpSpPr>
          <p:grpSpPr>
            <a:xfrm rot="0">
              <a:off x="938441" y="1896872"/>
              <a:ext cx="424688" cy="449072"/>
              <a:chOff x="0" y="0"/>
              <a:chExt cx="424688" cy="449072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82" id="82"/>
            <p:cNvGrpSpPr/>
            <p:nvPr/>
          </p:nvGrpSpPr>
          <p:grpSpPr>
            <a:xfrm rot="0">
              <a:off x="1401737" y="1896872"/>
              <a:ext cx="424688" cy="449072"/>
              <a:chOff x="0" y="0"/>
              <a:chExt cx="424688" cy="449072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4" id="84"/>
            <p:cNvGrpSpPr/>
            <p:nvPr/>
          </p:nvGrpSpPr>
          <p:grpSpPr>
            <a:xfrm rot="0">
              <a:off x="1865033" y="1896872"/>
              <a:ext cx="424688" cy="449072"/>
              <a:chOff x="0" y="0"/>
              <a:chExt cx="424688" cy="449072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86" id="86"/>
            <p:cNvGrpSpPr/>
            <p:nvPr/>
          </p:nvGrpSpPr>
          <p:grpSpPr>
            <a:xfrm rot="0">
              <a:off x="2328329" y="1896872"/>
              <a:ext cx="424688" cy="449072"/>
              <a:chOff x="0" y="0"/>
              <a:chExt cx="424688" cy="449072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8" id="88"/>
            <p:cNvGrpSpPr/>
            <p:nvPr/>
          </p:nvGrpSpPr>
          <p:grpSpPr>
            <a:xfrm rot="0">
              <a:off x="2791625" y="1896872"/>
              <a:ext cx="424688" cy="449072"/>
              <a:chOff x="0" y="0"/>
              <a:chExt cx="424688" cy="449072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90" id="90"/>
            <p:cNvGrpSpPr/>
            <p:nvPr/>
          </p:nvGrpSpPr>
          <p:grpSpPr>
            <a:xfrm rot="0">
              <a:off x="3254921" y="1896872"/>
              <a:ext cx="424688" cy="449072"/>
              <a:chOff x="0" y="0"/>
              <a:chExt cx="424688" cy="449072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2" id="92"/>
            <p:cNvGrpSpPr/>
            <p:nvPr/>
          </p:nvGrpSpPr>
          <p:grpSpPr>
            <a:xfrm rot="0">
              <a:off x="3718217" y="1896872"/>
              <a:ext cx="424688" cy="449072"/>
              <a:chOff x="0" y="0"/>
              <a:chExt cx="424688" cy="449072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94" id="94"/>
            <p:cNvGrpSpPr/>
            <p:nvPr/>
          </p:nvGrpSpPr>
          <p:grpSpPr>
            <a:xfrm rot="0">
              <a:off x="4181513" y="1896872"/>
              <a:ext cx="424688" cy="449072"/>
              <a:chOff x="0" y="0"/>
              <a:chExt cx="424688" cy="449072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6" id="96"/>
            <p:cNvGrpSpPr/>
            <p:nvPr/>
          </p:nvGrpSpPr>
          <p:grpSpPr>
            <a:xfrm rot="0">
              <a:off x="4644809" y="1896872"/>
              <a:ext cx="424688" cy="449072"/>
              <a:chOff x="0" y="0"/>
              <a:chExt cx="424688" cy="449072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98" id="98"/>
            <p:cNvGrpSpPr/>
            <p:nvPr/>
          </p:nvGrpSpPr>
          <p:grpSpPr>
            <a:xfrm rot="0">
              <a:off x="5108105" y="1896872"/>
              <a:ext cx="424688" cy="449072"/>
              <a:chOff x="0" y="0"/>
              <a:chExt cx="424688" cy="449072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5571401" y="1896872"/>
              <a:ext cx="424688" cy="449072"/>
              <a:chOff x="0" y="0"/>
              <a:chExt cx="424688" cy="449072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02" id="102"/>
            <p:cNvGrpSpPr/>
            <p:nvPr/>
          </p:nvGrpSpPr>
          <p:grpSpPr>
            <a:xfrm rot="0">
              <a:off x="6034697" y="1896872"/>
              <a:ext cx="424688" cy="449072"/>
              <a:chOff x="0" y="0"/>
              <a:chExt cx="424688" cy="449072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04" id="104"/>
            <p:cNvGrpSpPr/>
            <p:nvPr/>
          </p:nvGrpSpPr>
          <p:grpSpPr>
            <a:xfrm rot="0">
              <a:off x="6497993" y="1896872"/>
              <a:ext cx="424688" cy="449072"/>
              <a:chOff x="0" y="0"/>
              <a:chExt cx="424688" cy="449072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6961289" y="1896872"/>
              <a:ext cx="424688" cy="449072"/>
              <a:chOff x="0" y="0"/>
              <a:chExt cx="424688" cy="449072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08" id="108"/>
            <p:cNvGrpSpPr/>
            <p:nvPr/>
          </p:nvGrpSpPr>
          <p:grpSpPr>
            <a:xfrm rot="0">
              <a:off x="11849" y="2384552"/>
              <a:ext cx="424688" cy="449072"/>
              <a:chOff x="0" y="0"/>
              <a:chExt cx="424688" cy="449072"/>
            </a:xfrm>
          </p:grpSpPr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10" id="110"/>
            <p:cNvGrpSpPr/>
            <p:nvPr/>
          </p:nvGrpSpPr>
          <p:grpSpPr>
            <a:xfrm rot="0">
              <a:off x="475145" y="2384552"/>
              <a:ext cx="424688" cy="449072"/>
              <a:chOff x="0" y="0"/>
              <a:chExt cx="424688" cy="449072"/>
            </a:xfrm>
          </p:grpSpPr>
          <p:sp>
            <p:nvSpPr>
              <p:cNvPr name="Freeform 111" id="11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938441" y="2384552"/>
              <a:ext cx="424688" cy="449072"/>
              <a:chOff x="0" y="0"/>
              <a:chExt cx="424688" cy="449072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14" id="114"/>
            <p:cNvGrpSpPr/>
            <p:nvPr/>
          </p:nvGrpSpPr>
          <p:grpSpPr>
            <a:xfrm rot="0">
              <a:off x="1401737" y="2384552"/>
              <a:ext cx="424688" cy="449072"/>
              <a:chOff x="0" y="0"/>
              <a:chExt cx="424688" cy="449072"/>
            </a:xfrm>
          </p:grpSpPr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16" id="116"/>
            <p:cNvGrpSpPr/>
            <p:nvPr/>
          </p:nvGrpSpPr>
          <p:grpSpPr>
            <a:xfrm rot="0">
              <a:off x="1865033" y="2384552"/>
              <a:ext cx="424688" cy="449072"/>
              <a:chOff x="0" y="0"/>
              <a:chExt cx="424688" cy="449072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18" id="118"/>
            <p:cNvGrpSpPr/>
            <p:nvPr/>
          </p:nvGrpSpPr>
          <p:grpSpPr>
            <a:xfrm rot="0">
              <a:off x="2328329" y="2384552"/>
              <a:ext cx="424688" cy="449072"/>
              <a:chOff x="0" y="0"/>
              <a:chExt cx="424688" cy="449072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20" id="120"/>
            <p:cNvGrpSpPr/>
            <p:nvPr/>
          </p:nvGrpSpPr>
          <p:grpSpPr>
            <a:xfrm rot="0">
              <a:off x="2791625" y="2384552"/>
              <a:ext cx="424688" cy="449072"/>
              <a:chOff x="0" y="0"/>
              <a:chExt cx="424688" cy="449072"/>
            </a:xfrm>
          </p:grpSpPr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22" id="122"/>
            <p:cNvGrpSpPr/>
            <p:nvPr/>
          </p:nvGrpSpPr>
          <p:grpSpPr>
            <a:xfrm rot="0">
              <a:off x="3254921" y="2384552"/>
              <a:ext cx="424688" cy="449072"/>
              <a:chOff x="0" y="0"/>
              <a:chExt cx="424688" cy="449072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3718217" y="2384552"/>
              <a:ext cx="424688" cy="449072"/>
              <a:chOff x="0" y="0"/>
              <a:chExt cx="424688" cy="449072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26" id="126"/>
            <p:cNvGrpSpPr/>
            <p:nvPr/>
          </p:nvGrpSpPr>
          <p:grpSpPr>
            <a:xfrm rot="0">
              <a:off x="4181513" y="2384552"/>
              <a:ext cx="424688" cy="449072"/>
              <a:chOff x="0" y="0"/>
              <a:chExt cx="424688" cy="449072"/>
            </a:xfrm>
          </p:grpSpPr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28" id="128"/>
            <p:cNvGrpSpPr/>
            <p:nvPr/>
          </p:nvGrpSpPr>
          <p:grpSpPr>
            <a:xfrm rot="0">
              <a:off x="4644809" y="2384552"/>
              <a:ext cx="424688" cy="449072"/>
              <a:chOff x="0" y="0"/>
              <a:chExt cx="424688" cy="449072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30" id="130"/>
            <p:cNvGrpSpPr/>
            <p:nvPr/>
          </p:nvGrpSpPr>
          <p:grpSpPr>
            <a:xfrm rot="0">
              <a:off x="5108105" y="2384552"/>
              <a:ext cx="424688" cy="449072"/>
              <a:chOff x="0" y="0"/>
              <a:chExt cx="424688" cy="449072"/>
            </a:xfrm>
          </p:grpSpPr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32" id="132"/>
            <p:cNvGrpSpPr/>
            <p:nvPr/>
          </p:nvGrpSpPr>
          <p:grpSpPr>
            <a:xfrm rot="0">
              <a:off x="5571401" y="2384552"/>
              <a:ext cx="424688" cy="449072"/>
              <a:chOff x="0" y="0"/>
              <a:chExt cx="424688" cy="449072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34" id="134"/>
            <p:cNvGrpSpPr/>
            <p:nvPr/>
          </p:nvGrpSpPr>
          <p:grpSpPr>
            <a:xfrm rot="0">
              <a:off x="6034697" y="2384552"/>
              <a:ext cx="424688" cy="449072"/>
              <a:chOff x="0" y="0"/>
              <a:chExt cx="424688" cy="449072"/>
            </a:xfrm>
          </p:grpSpPr>
          <p:sp>
            <p:nvSpPr>
              <p:cNvPr name="Freeform 135" id="13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36" id="136"/>
            <p:cNvGrpSpPr/>
            <p:nvPr/>
          </p:nvGrpSpPr>
          <p:grpSpPr>
            <a:xfrm rot="0">
              <a:off x="6497993" y="2384552"/>
              <a:ext cx="424688" cy="449072"/>
              <a:chOff x="0" y="0"/>
              <a:chExt cx="424688" cy="449072"/>
            </a:xfrm>
          </p:grpSpPr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38" id="138"/>
            <p:cNvGrpSpPr/>
            <p:nvPr/>
          </p:nvGrpSpPr>
          <p:grpSpPr>
            <a:xfrm rot="0">
              <a:off x="6961289" y="2384552"/>
              <a:ext cx="424688" cy="449072"/>
              <a:chOff x="0" y="0"/>
              <a:chExt cx="424688" cy="449072"/>
            </a:xfrm>
          </p:grpSpPr>
          <p:sp>
            <p:nvSpPr>
              <p:cNvPr name="Freeform 139" id="13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40" id="140"/>
            <p:cNvGrpSpPr/>
            <p:nvPr/>
          </p:nvGrpSpPr>
          <p:grpSpPr>
            <a:xfrm rot="0">
              <a:off x="11849" y="2872232"/>
              <a:ext cx="424688" cy="449072"/>
              <a:chOff x="0" y="0"/>
              <a:chExt cx="424688" cy="449072"/>
            </a:xfrm>
          </p:grpSpPr>
          <p:sp>
            <p:nvSpPr>
              <p:cNvPr name="Freeform 141" id="14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42" id="142"/>
            <p:cNvGrpSpPr/>
            <p:nvPr/>
          </p:nvGrpSpPr>
          <p:grpSpPr>
            <a:xfrm rot="0">
              <a:off x="475145" y="2872232"/>
              <a:ext cx="424688" cy="449072"/>
              <a:chOff x="0" y="0"/>
              <a:chExt cx="424688" cy="449072"/>
            </a:xfrm>
          </p:grpSpPr>
          <p:sp>
            <p:nvSpPr>
              <p:cNvPr name="Freeform 143" id="14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44" id="144"/>
            <p:cNvGrpSpPr/>
            <p:nvPr/>
          </p:nvGrpSpPr>
          <p:grpSpPr>
            <a:xfrm rot="0">
              <a:off x="938441" y="2872232"/>
              <a:ext cx="424688" cy="449072"/>
              <a:chOff x="0" y="0"/>
              <a:chExt cx="424688" cy="449072"/>
            </a:xfrm>
          </p:grpSpPr>
          <p:sp>
            <p:nvSpPr>
              <p:cNvPr name="Freeform 145" id="14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46" id="146"/>
            <p:cNvGrpSpPr/>
            <p:nvPr/>
          </p:nvGrpSpPr>
          <p:grpSpPr>
            <a:xfrm rot="0">
              <a:off x="1401737" y="2872232"/>
              <a:ext cx="424688" cy="449072"/>
              <a:chOff x="0" y="0"/>
              <a:chExt cx="424688" cy="449072"/>
            </a:xfrm>
          </p:grpSpPr>
          <p:sp>
            <p:nvSpPr>
              <p:cNvPr name="Freeform 147" id="14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48" id="148"/>
            <p:cNvGrpSpPr/>
            <p:nvPr/>
          </p:nvGrpSpPr>
          <p:grpSpPr>
            <a:xfrm rot="0">
              <a:off x="1865033" y="2872232"/>
              <a:ext cx="424688" cy="449072"/>
              <a:chOff x="0" y="0"/>
              <a:chExt cx="424688" cy="449072"/>
            </a:xfrm>
          </p:grpSpPr>
          <p:sp>
            <p:nvSpPr>
              <p:cNvPr name="Freeform 149" id="14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50" id="150"/>
            <p:cNvGrpSpPr/>
            <p:nvPr/>
          </p:nvGrpSpPr>
          <p:grpSpPr>
            <a:xfrm rot="0">
              <a:off x="2328329" y="2872232"/>
              <a:ext cx="424688" cy="449072"/>
              <a:chOff x="0" y="0"/>
              <a:chExt cx="424688" cy="449072"/>
            </a:xfrm>
          </p:grpSpPr>
          <p:sp>
            <p:nvSpPr>
              <p:cNvPr name="Freeform 151" id="15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52" id="152"/>
            <p:cNvGrpSpPr/>
            <p:nvPr/>
          </p:nvGrpSpPr>
          <p:grpSpPr>
            <a:xfrm rot="0">
              <a:off x="2791625" y="2872232"/>
              <a:ext cx="424688" cy="449072"/>
              <a:chOff x="0" y="0"/>
              <a:chExt cx="424688" cy="449072"/>
            </a:xfrm>
          </p:grpSpPr>
          <p:sp>
            <p:nvSpPr>
              <p:cNvPr name="Freeform 153" id="15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54" id="154"/>
            <p:cNvGrpSpPr/>
            <p:nvPr/>
          </p:nvGrpSpPr>
          <p:grpSpPr>
            <a:xfrm rot="0">
              <a:off x="3254921" y="2872232"/>
              <a:ext cx="424688" cy="449072"/>
              <a:chOff x="0" y="0"/>
              <a:chExt cx="424688" cy="449072"/>
            </a:xfrm>
          </p:grpSpPr>
          <p:sp>
            <p:nvSpPr>
              <p:cNvPr name="Freeform 155" id="15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56" id="156"/>
            <p:cNvGrpSpPr/>
            <p:nvPr/>
          </p:nvGrpSpPr>
          <p:grpSpPr>
            <a:xfrm rot="0">
              <a:off x="3718217" y="2872232"/>
              <a:ext cx="424688" cy="449072"/>
              <a:chOff x="0" y="0"/>
              <a:chExt cx="424688" cy="449072"/>
            </a:xfrm>
          </p:grpSpPr>
          <p:sp>
            <p:nvSpPr>
              <p:cNvPr name="Freeform 157" id="15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58" id="158"/>
            <p:cNvGrpSpPr/>
            <p:nvPr/>
          </p:nvGrpSpPr>
          <p:grpSpPr>
            <a:xfrm rot="0">
              <a:off x="4181513" y="2872232"/>
              <a:ext cx="424688" cy="449072"/>
              <a:chOff x="0" y="0"/>
              <a:chExt cx="424688" cy="449072"/>
            </a:xfrm>
          </p:grpSpPr>
          <p:sp>
            <p:nvSpPr>
              <p:cNvPr name="Freeform 159" id="15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60" id="160"/>
            <p:cNvGrpSpPr/>
            <p:nvPr/>
          </p:nvGrpSpPr>
          <p:grpSpPr>
            <a:xfrm rot="0">
              <a:off x="4644809" y="2872232"/>
              <a:ext cx="424688" cy="449072"/>
              <a:chOff x="0" y="0"/>
              <a:chExt cx="424688" cy="449072"/>
            </a:xfrm>
          </p:grpSpPr>
          <p:sp>
            <p:nvSpPr>
              <p:cNvPr name="Freeform 161" id="16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62" id="162"/>
            <p:cNvGrpSpPr/>
            <p:nvPr/>
          </p:nvGrpSpPr>
          <p:grpSpPr>
            <a:xfrm rot="0">
              <a:off x="5108105" y="2872232"/>
              <a:ext cx="424688" cy="449072"/>
              <a:chOff x="0" y="0"/>
              <a:chExt cx="424688" cy="449072"/>
            </a:xfrm>
          </p:grpSpPr>
          <p:sp>
            <p:nvSpPr>
              <p:cNvPr name="Freeform 163" id="16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64" id="164"/>
            <p:cNvGrpSpPr/>
            <p:nvPr/>
          </p:nvGrpSpPr>
          <p:grpSpPr>
            <a:xfrm rot="0">
              <a:off x="5571401" y="2872232"/>
              <a:ext cx="424688" cy="449072"/>
              <a:chOff x="0" y="0"/>
              <a:chExt cx="424688" cy="449072"/>
            </a:xfrm>
          </p:grpSpPr>
          <p:sp>
            <p:nvSpPr>
              <p:cNvPr name="Freeform 165" id="16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66" id="166"/>
            <p:cNvGrpSpPr/>
            <p:nvPr/>
          </p:nvGrpSpPr>
          <p:grpSpPr>
            <a:xfrm rot="0">
              <a:off x="6034697" y="2872232"/>
              <a:ext cx="424688" cy="449072"/>
              <a:chOff x="0" y="0"/>
              <a:chExt cx="424688" cy="449072"/>
            </a:xfrm>
          </p:grpSpPr>
          <p:sp>
            <p:nvSpPr>
              <p:cNvPr name="Freeform 167" id="16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68" id="168"/>
            <p:cNvGrpSpPr/>
            <p:nvPr/>
          </p:nvGrpSpPr>
          <p:grpSpPr>
            <a:xfrm rot="0">
              <a:off x="6497993" y="2872232"/>
              <a:ext cx="424688" cy="449072"/>
              <a:chOff x="0" y="0"/>
              <a:chExt cx="424688" cy="449072"/>
            </a:xfrm>
          </p:grpSpPr>
          <p:sp>
            <p:nvSpPr>
              <p:cNvPr name="Freeform 169" id="16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70" id="170"/>
            <p:cNvGrpSpPr/>
            <p:nvPr/>
          </p:nvGrpSpPr>
          <p:grpSpPr>
            <a:xfrm rot="0">
              <a:off x="6961289" y="2872232"/>
              <a:ext cx="424688" cy="449072"/>
              <a:chOff x="0" y="0"/>
              <a:chExt cx="424688" cy="449072"/>
            </a:xfrm>
          </p:grpSpPr>
          <p:sp>
            <p:nvSpPr>
              <p:cNvPr name="Freeform 171" id="17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72" id="172"/>
            <p:cNvGrpSpPr/>
            <p:nvPr/>
          </p:nvGrpSpPr>
          <p:grpSpPr>
            <a:xfrm rot="0">
              <a:off x="11849" y="3359912"/>
              <a:ext cx="424688" cy="449072"/>
              <a:chOff x="0" y="0"/>
              <a:chExt cx="424688" cy="449072"/>
            </a:xfrm>
          </p:grpSpPr>
          <p:sp>
            <p:nvSpPr>
              <p:cNvPr name="Freeform 173" id="17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74" id="174"/>
            <p:cNvGrpSpPr/>
            <p:nvPr/>
          </p:nvGrpSpPr>
          <p:grpSpPr>
            <a:xfrm rot="0">
              <a:off x="475145" y="3359912"/>
              <a:ext cx="424688" cy="449072"/>
              <a:chOff x="0" y="0"/>
              <a:chExt cx="424688" cy="449072"/>
            </a:xfrm>
          </p:grpSpPr>
          <p:sp>
            <p:nvSpPr>
              <p:cNvPr name="Freeform 175" id="17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76" id="176"/>
            <p:cNvGrpSpPr/>
            <p:nvPr/>
          </p:nvGrpSpPr>
          <p:grpSpPr>
            <a:xfrm rot="0">
              <a:off x="938441" y="3359912"/>
              <a:ext cx="424688" cy="449072"/>
              <a:chOff x="0" y="0"/>
              <a:chExt cx="424688" cy="449072"/>
            </a:xfrm>
          </p:grpSpPr>
          <p:sp>
            <p:nvSpPr>
              <p:cNvPr name="Freeform 177" id="17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78" id="178"/>
            <p:cNvGrpSpPr/>
            <p:nvPr/>
          </p:nvGrpSpPr>
          <p:grpSpPr>
            <a:xfrm rot="0">
              <a:off x="1401737" y="3359912"/>
              <a:ext cx="424688" cy="449072"/>
              <a:chOff x="0" y="0"/>
              <a:chExt cx="424688" cy="449072"/>
            </a:xfrm>
          </p:grpSpPr>
          <p:sp>
            <p:nvSpPr>
              <p:cNvPr name="Freeform 179" id="17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80" id="180"/>
            <p:cNvGrpSpPr/>
            <p:nvPr/>
          </p:nvGrpSpPr>
          <p:grpSpPr>
            <a:xfrm rot="0">
              <a:off x="1865033" y="3359912"/>
              <a:ext cx="424688" cy="449072"/>
              <a:chOff x="0" y="0"/>
              <a:chExt cx="424688" cy="449072"/>
            </a:xfrm>
          </p:grpSpPr>
          <p:sp>
            <p:nvSpPr>
              <p:cNvPr name="Freeform 181" id="18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82" id="182"/>
            <p:cNvGrpSpPr/>
            <p:nvPr/>
          </p:nvGrpSpPr>
          <p:grpSpPr>
            <a:xfrm rot="0">
              <a:off x="2328329" y="3359912"/>
              <a:ext cx="424688" cy="449072"/>
              <a:chOff x="0" y="0"/>
              <a:chExt cx="424688" cy="449072"/>
            </a:xfrm>
          </p:grpSpPr>
          <p:sp>
            <p:nvSpPr>
              <p:cNvPr name="Freeform 183" id="18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84" id="184"/>
            <p:cNvGrpSpPr/>
            <p:nvPr/>
          </p:nvGrpSpPr>
          <p:grpSpPr>
            <a:xfrm rot="0">
              <a:off x="2791625" y="3359912"/>
              <a:ext cx="424688" cy="449072"/>
              <a:chOff x="0" y="0"/>
              <a:chExt cx="424688" cy="449072"/>
            </a:xfrm>
          </p:grpSpPr>
          <p:sp>
            <p:nvSpPr>
              <p:cNvPr name="Freeform 185" id="18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86" id="186"/>
            <p:cNvGrpSpPr/>
            <p:nvPr/>
          </p:nvGrpSpPr>
          <p:grpSpPr>
            <a:xfrm rot="0">
              <a:off x="3254921" y="3359912"/>
              <a:ext cx="424688" cy="449072"/>
              <a:chOff x="0" y="0"/>
              <a:chExt cx="424688" cy="449072"/>
            </a:xfrm>
          </p:grpSpPr>
          <p:sp>
            <p:nvSpPr>
              <p:cNvPr name="Freeform 187" id="18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88" id="188"/>
            <p:cNvGrpSpPr/>
            <p:nvPr/>
          </p:nvGrpSpPr>
          <p:grpSpPr>
            <a:xfrm rot="0">
              <a:off x="3718217" y="3359912"/>
              <a:ext cx="424688" cy="449072"/>
              <a:chOff x="0" y="0"/>
              <a:chExt cx="424688" cy="449072"/>
            </a:xfrm>
          </p:grpSpPr>
          <p:sp>
            <p:nvSpPr>
              <p:cNvPr name="Freeform 189" id="18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90" id="190"/>
            <p:cNvGrpSpPr/>
            <p:nvPr/>
          </p:nvGrpSpPr>
          <p:grpSpPr>
            <a:xfrm rot="0">
              <a:off x="4181513" y="3359912"/>
              <a:ext cx="424688" cy="449072"/>
              <a:chOff x="0" y="0"/>
              <a:chExt cx="424688" cy="449072"/>
            </a:xfrm>
          </p:grpSpPr>
          <p:sp>
            <p:nvSpPr>
              <p:cNvPr name="Freeform 191" id="19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92" id="192"/>
            <p:cNvGrpSpPr/>
            <p:nvPr/>
          </p:nvGrpSpPr>
          <p:grpSpPr>
            <a:xfrm rot="0">
              <a:off x="4644809" y="3359912"/>
              <a:ext cx="424688" cy="449072"/>
              <a:chOff x="0" y="0"/>
              <a:chExt cx="424688" cy="449072"/>
            </a:xfrm>
          </p:grpSpPr>
          <p:sp>
            <p:nvSpPr>
              <p:cNvPr name="Freeform 193" id="19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94" id="194"/>
            <p:cNvGrpSpPr/>
            <p:nvPr/>
          </p:nvGrpSpPr>
          <p:grpSpPr>
            <a:xfrm rot="0">
              <a:off x="5108105" y="3359912"/>
              <a:ext cx="424688" cy="449072"/>
              <a:chOff x="0" y="0"/>
              <a:chExt cx="424688" cy="449072"/>
            </a:xfrm>
          </p:grpSpPr>
          <p:sp>
            <p:nvSpPr>
              <p:cNvPr name="Freeform 195" id="19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196" id="196"/>
            <p:cNvGrpSpPr/>
            <p:nvPr/>
          </p:nvGrpSpPr>
          <p:grpSpPr>
            <a:xfrm rot="0">
              <a:off x="5571401" y="3359912"/>
              <a:ext cx="424688" cy="449072"/>
              <a:chOff x="0" y="0"/>
              <a:chExt cx="424688" cy="449072"/>
            </a:xfrm>
          </p:grpSpPr>
          <p:sp>
            <p:nvSpPr>
              <p:cNvPr name="Freeform 197" id="19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198" id="198"/>
            <p:cNvGrpSpPr/>
            <p:nvPr/>
          </p:nvGrpSpPr>
          <p:grpSpPr>
            <a:xfrm rot="0">
              <a:off x="6034697" y="3359912"/>
              <a:ext cx="424688" cy="449072"/>
              <a:chOff x="0" y="0"/>
              <a:chExt cx="424688" cy="449072"/>
            </a:xfrm>
          </p:grpSpPr>
          <p:sp>
            <p:nvSpPr>
              <p:cNvPr name="Freeform 199" id="19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00" id="200"/>
            <p:cNvGrpSpPr/>
            <p:nvPr/>
          </p:nvGrpSpPr>
          <p:grpSpPr>
            <a:xfrm rot="0">
              <a:off x="6497993" y="3359912"/>
              <a:ext cx="424688" cy="449072"/>
              <a:chOff x="0" y="0"/>
              <a:chExt cx="424688" cy="449072"/>
            </a:xfrm>
          </p:grpSpPr>
          <p:sp>
            <p:nvSpPr>
              <p:cNvPr name="Freeform 201" id="20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02" id="202"/>
            <p:cNvGrpSpPr/>
            <p:nvPr/>
          </p:nvGrpSpPr>
          <p:grpSpPr>
            <a:xfrm rot="0">
              <a:off x="6961289" y="3359912"/>
              <a:ext cx="424688" cy="449072"/>
              <a:chOff x="0" y="0"/>
              <a:chExt cx="424688" cy="449072"/>
            </a:xfrm>
          </p:grpSpPr>
          <p:sp>
            <p:nvSpPr>
              <p:cNvPr name="Freeform 203" id="20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04" id="204"/>
            <p:cNvGrpSpPr/>
            <p:nvPr/>
          </p:nvGrpSpPr>
          <p:grpSpPr>
            <a:xfrm rot="0">
              <a:off x="11849" y="3847592"/>
              <a:ext cx="424688" cy="449072"/>
              <a:chOff x="0" y="0"/>
              <a:chExt cx="424688" cy="449072"/>
            </a:xfrm>
          </p:grpSpPr>
          <p:sp>
            <p:nvSpPr>
              <p:cNvPr name="Freeform 205" id="20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06" id="206"/>
            <p:cNvGrpSpPr/>
            <p:nvPr/>
          </p:nvGrpSpPr>
          <p:grpSpPr>
            <a:xfrm rot="0">
              <a:off x="475145" y="3847592"/>
              <a:ext cx="424688" cy="449072"/>
              <a:chOff x="0" y="0"/>
              <a:chExt cx="424688" cy="449072"/>
            </a:xfrm>
          </p:grpSpPr>
          <p:sp>
            <p:nvSpPr>
              <p:cNvPr name="Freeform 207" id="20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08" id="208"/>
            <p:cNvGrpSpPr/>
            <p:nvPr/>
          </p:nvGrpSpPr>
          <p:grpSpPr>
            <a:xfrm rot="0">
              <a:off x="938441" y="3847592"/>
              <a:ext cx="424688" cy="449072"/>
              <a:chOff x="0" y="0"/>
              <a:chExt cx="424688" cy="449072"/>
            </a:xfrm>
          </p:grpSpPr>
          <p:sp>
            <p:nvSpPr>
              <p:cNvPr name="Freeform 209" id="20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10" id="210"/>
            <p:cNvGrpSpPr/>
            <p:nvPr/>
          </p:nvGrpSpPr>
          <p:grpSpPr>
            <a:xfrm rot="0">
              <a:off x="1401737" y="3847592"/>
              <a:ext cx="424688" cy="449072"/>
              <a:chOff x="0" y="0"/>
              <a:chExt cx="424688" cy="449072"/>
            </a:xfrm>
          </p:grpSpPr>
          <p:sp>
            <p:nvSpPr>
              <p:cNvPr name="Freeform 211" id="21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12" id="212"/>
            <p:cNvGrpSpPr/>
            <p:nvPr/>
          </p:nvGrpSpPr>
          <p:grpSpPr>
            <a:xfrm rot="0">
              <a:off x="1865033" y="3847592"/>
              <a:ext cx="424688" cy="449072"/>
              <a:chOff x="0" y="0"/>
              <a:chExt cx="424688" cy="449072"/>
            </a:xfrm>
          </p:grpSpPr>
          <p:sp>
            <p:nvSpPr>
              <p:cNvPr name="Freeform 213" id="21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14" id="214"/>
            <p:cNvGrpSpPr/>
            <p:nvPr/>
          </p:nvGrpSpPr>
          <p:grpSpPr>
            <a:xfrm rot="0">
              <a:off x="2328329" y="3847592"/>
              <a:ext cx="424688" cy="449072"/>
              <a:chOff x="0" y="0"/>
              <a:chExt cx="424688" cy="449072"/>
            </a:xfrm>
          </p:grpSpPr>
          <p:sp>
            <p:nvSpPr>
              <p:cNvPr name="Freeform 215" id="21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16" id="216"/>
            <p:cNvGrpSpPr/>
            <p:nvPr/>
          </p:nvGrpSpPr>
          <p:grpSpPr>
            <a:xfrm rot="0">
              <a:off x="2791625" y="3847592"/>
              <a:ext cx="424688" cy="449072"/>
              <a:chOff x="0" y="0"/>
              <a:chExt cx="424688" cy="449072"/>
            </a:xfrm>
          </p:grpSpPr>
          <p:sp>
            <p:nvSpPr>
              <p:cNvPr name="Freeform 217" id="21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18" id="218"/>
            <p:cNvGrpSpPr/>
            <p:nvPr/>
          </p:nvGrpSpPr>
          <p:grpSpPr>
            <a:xfrm rot="0">
              <a:off x="3254921" y="3847592"/>
              <a:ext cx="424688" cy="449072"/>
              <a:chOff x="0" y="0"/>
              <a:chExt cx="424688" cy="449072"/>
            </a:xfrm>
          </p:grpSpPr>
          <p:sp>
            <p:nvSpPr>
              <p:cNvPr name="Freeform 219" id="21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20" id="220"/>
            <p:cNvGrpSpPr/>
            <p:nvPr/>
          </p:nvGrpSpPr>
          <p:grpSpPr>
            <a:xfrm rot="0">
              <a:off x="3718217" y="3847592"/>
              <a:ext cx="424688" cy="449072"/>
              <a:chOff x="0" y="0"/>
              <a:chExt cx="424688" cy="449072"/>
            </a:xfrm>
          </p:grpSpPr>
          <p:sp>
            <p:nvSpPr>
              <p:cNvPr name="Freeform 221" id="22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22" id="222"/>
            <p:cNvGrpSpPr/>
            <p:nvPr/>
          </p:nvGrpSpPr>
          <p:grpSpPr>
            <a:xfrm rot="0">
              <a:off x="4181513" y="3847592"/>
              <a:ext cx="424688" cy="449072"/>
              <a:chOff x="0" y="0"/>
              <a:chExt cx="424688" cy="449072"/>
            </a:xfrm>
          </p:grpSpPr>
          <p:sp>
            <p:nvSpPr>
              <p:cNvPr name="Freeform 223" id="22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24" id="224"/>
            <p:cNvGrpSpPr/>
            <p:nvPr/>
          </p:nvGrpSpPr>
          <p:grpSpPr>
            <a:xfrm rot="0">
              <a:off x="4644809" y="3847592"/>
              <a:ext cx="424688" cy="449072"/>
              <a:chOff x="0" y="0"/>
              <a:chExt cx="424688" cy="449072"/>
            </a:xfrm>
          </p:grpSpPr>
          <p:sp>
            <p:nvSpPr>
              <p:cNvPr name="Freeform 225" id="22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26" id="226"/>
            <p:cNvGrpSpPr/>
            <p:nvPr/>
          </p:nvGrpSpPr>
          <p:grpSpPr>
            <a:xfrm rot="0">
              <a:off x="5108105" y="3847592"/>
              <a:ext cx="424688" cy="449072"/>
              <a:chOff x="0" y="0"/>
              <a:chExt cx="424688" cy="449072"/>
            </a:xfrm>
          </p:grpSpPr>
          <p:sp>
            <p:nvSpPr>
              <p:cNvPr name="Freeform 227" id="22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28" id="228"/>
            <p:cNvGrpSpPr/>
            <p:nvPr/>
          </p:nvGrpSpPr>
          <p:grpSpPr>
            <a:xfrm rot="0">
              <a:off x="5571401" y="3847592"/>
              <a:ext cx="424688" cy="449072"/>
              <a:chOff x="0" y="0"/>
              <a:chExt cx="424688" cy="449072"/>
            </a:xfrm>
          </p:grpSpPr>
          <p:sp>
            <p:nvSpPr>
              <p:cNvPr name="Freeform 229" id="22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30" id="230"/>
            <p:cNvGrpSpPr/>
            <p:nvPr/>
          </p:nvGrpSpPr>
          <p:grpSpPr>
            <a:xfrm rot="0">
              <a:off x="6034697" y="3847592"/>
              <a:ext cx="424688" cy="449072"/>
              <a:chOff x="0" y="0"/>
              <a:chExt cx="424688" cy="449072"/>
            </a:xfrm>
          </p:grpSpPr>
          <p:sp>
            <p:nvSpPr>
              <p:cNvPr name="Freeform 231" id="23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32" id="232"/>
            <p:cNvGrpSpPr/>
            <p:nvPr/>
          </p:nvGrpSpPr>
          <p:grpSpPr>
            <a:xfrm rot="0">
              <a:off x="6497993" y="3847592"/>
              <a:ext cx="424688" cy="449072"/>
              <a:chOff x="0" y="0"/>
              <a:chExt cx="424688" cy="449072"/>
            </a:xfrm>
          </p:grpSpPr>
          <p:sp>
            <p:nvSpPr>
              <p:cNvPr name="Freeform 233" id="23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34" id="234"/>
            <p:cNvGrpSpPr/>
            <p:nvPr/>
          </p:nvGrpSpPr>
          <p:grpSpPr>
            <a:xfrm rot="0">
              <a:off x="6961289" y="3847592"/>
              <a:ext cx="424688" cy="449072"/>
              <a:chOff x="0" y="0"/>
              <a:chExt cx="424688" cy="449072"/>
            </a:xfrm>
          </p:grpSpPr>
          <p:sp>
            <p:nvSpPr>
              <p:cNvPr name="Freeform 235" id="23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36" id="236"/>
            <p:cNvGrpSpPr/>
            <p:nvPr/>
          </p:nvGrpSpPr>
          <p:grpSpPr>
            <a:xfrm rot="0">
              <a:off x="11849" y="4335272"/>
              <a:ext cx="424688" cy="449072"/>
              <a:chOff x="0" y="0"/>
              <a:chExt cx="424688" cy="449072"/>
            </a:xfrm>
          </p:grpSpPr>
          <p:sp>
            <p:nvSpPr>
              <p:cNvPr name="Freeform 237" id="23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38" id="238"/>
            <p:cNvGrpSpPr/>
            <p:nvPr/>
          </p:nvGrpSpPr>
          <p:grpSpPr>
            <a:xfrm rot="0">
              <a:off x="475145" y="4335272"/>
              <a:ext cx="424688" cy="449072"/>
              <a:chOff x="0" y="0"/>
              <a:chExt cx="424688" cy="449072"/>
            </a:xfrm>
          </p:grpSpPr>
          <p:sp>
            <p:nvSpPr>
              <p:cNvPr name="Freeform 239" id="23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40" id="240"/>
            <p:cNvGrpSpPr/>
            <p:nvPr/>
          </p:nvGrpSpPr>
          <p:grpSpPr>
            <a:xfrm rot="0">
              <a:off x="938441" y="4335272"/>
              <a:ext cx="424688" cy="449072"/>
              <a:chOff x="0" y="0"/>
              <a:chExt cx="424688" cy="449072"/>
            </a:xfrm>
          </p:grpSpPr>
          <p:sp>
            <p:nvSpPr>
              <p:cNvPr name="Freeform 241" id="24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42" id="242"/>
            <p:cNvGrpSpPr/>
            <p:nvPr/>
          </p:nvGrpSpPr>
          <p:grpSpPr>
            <a:xfrm rot="0">
              <a:off x="1401737" y="4335272"/>
              <a:ext cx="424688" cy="449072"/>
              <a:chOff x="0" y="0"/>
              <a:chExt cx="424688" cy="449072"/>
            </a:xfrm>
          </p:grpSpPr>
          <p:sp>
            <p:nvSpPr>
              <p:cNvPr name="Freeform 243" id="24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44" id="244"/>
            <p:cNvGrpSpPr/>
            <p:nvPr/>
          </p:nvGrpSpPr>
          <p:grpSpPr>
            <a:xfrm rot="0">
              <a:off x="1865033" y="4335272"/>
              <a:ext cx="424688" cy="449072"/>
              <a:chOff x="0" y="0"/>
              <a:chExt cx="424688" cy="449072"/>
            </a:xfrm>
          </p:grpSpPr>
          <p:sp>
            <p:nvSpPr>
              <p:cNvPr name="Freeform 245" id="24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46" id="246"/>
            <p:cNvGrpSpPr/>
            <p:nvPr/>
          </p:nvGrpSpPr>
          <p:grpSpPr>
            <a:xfrm rot="0">
              <a:off x="2328329" y="4335272"/>
              <a:ext cx="424688" cy="449072"/>
              <a:chOff x="0" y="0"/>
              <a:chExt cx="424688" cy="449072"/>
            </a:xfrm>
          </p:grpSpPr>
          <p:sp>
            <p:nvSpPr>
              <p:cNvPr name="Freeform 247" id="24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48" id="248"/>
            <p:cNvGrpSpPr/>
            <p:nvPr/>
          </p:nvGrpSpPr>
          <p:grpSpPr>
            <a:xfrm rot="0">
              <a:off x="2791625" y="4335272"/>
              <a:ext cx="424688" cy="449072"/>
              <a:chOff x="0" y="0"/>
              <a:chExt cx="424688" cy="449072"/>
            </a:xfrm>
          </p:grpSpPr>
          <p:sp>
            <p:nvSpPr>
              <p:cNvPr name="Freeform 249" id="24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50" id="250"/>
            <p:cNvGrpSpPr/>
            <p:nvPr/>
          </p:nvGrpSpPr>
          <p:grpSpPr>
            <a:xfrm rot="0">
              <a:off x="3254921" y="4335272"/>
              <a:ext cx="424688" cy="449072"/>
              <a:chOff x="0" y="0"/>
              <a:chExt cx="424688" cy="449072"/>
            </a:xfrm>
          </p:grpSpPr>
          <p:sp>
            <p:nvSpPr>
              <p:cNvPr name="Freeform 251" id="25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52" id="252"/>
            <p:cNvGrpSpPr/>
            <p:nvPr/>
          </p:nvGrpSpPr>
          <p:grpSpPr>
            <a:xfrm rot="0">
              <a:off x="3718217" y="4335272"/>
              <a:ext cx="424688" cy="449072"/>
              <a:chOff x="0" y="0"/>
              <a:chExt cx="424688" cy="449072"/>
            </a:xfrm>
          </p:grpSpPr>
          <p:sp>
            <p:nvSpPr>
              <p:cNvPr name="Freeform 253" id="25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54" id="254"/>
            <p:cNvGrpSpPr/>
            <p:nvPr/>
          </p:nvGrpSpPr>
          <p:grpSpPr>
            <a:xfrm rot="0">
              <a:off x="4181513" y="4335272"/>
              <a:ext cx="424688" cy="449072"/>
              <a:chOff x="0" y="0"/>
              <a:chExt cx="424688" cy="449072"/>
            </a:xfrm>
          </p:grpSpPr>
          <p:sp>
            <p:nvSpPr>
              <p:cNvPr name="Freeform 255" id="25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56" id="256"/>
            <p:cNvGrpSpPr/>
            <p:nvPr/>
          </p:nvGrpSpPr>
          <p:grpSpPr>
            <a:xfrm rot="0">
              <a:off x="4644809" y="4335272"/>
              <a:ext cx="424688" cy="449072"/>
              <a:chOff x="0" y="0"/>
              <a:chExt cx="424688" cy="449072"/>
            </a:xfrm>
          </p:grpSpPr>
          <p:sp>
            <p:nvSpPr>
              <p:cNvPr name="Freeform 257" id="25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58" id="258"/>
            <p:cNvGrpSpPr/>
            <p:nvPr/>
          </p:nvGrpSpPr>
          <p:grpSpPr>
            <a:xfrm rot="0">
              <a:off x="5108105" y="4335272"/>
              <a:ext cx="424688" cy="449072"/>
              <a:chOff x="0" y="0"/>
              <a:chExt cx="424688" cy="449072"/>
            </a:xfrm>
          </p:grpSpPr>
          <p:sp>
            <p:nvSpPr>
              <p:cNvPr name="Freeform 259" id="25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60" id="260"/>
            <p:cNvGrpSpPr/>
            <p:nvPr/>
          </p:nvGrpSpPr>
          <p:grpSpPr>
            <a:xfrm rot="0">
              <a:off x="5571401" y="4335272"/>
              <a:ext cx="424688" cy="449072"/>
              <a:chOff x="0" y="0"/>
              <a:chExt cx="424688" cy="449072"/>
            </a:xfrm>
          </p:grpSpPr>
          <p:sp>
            <p:nvSpPr>
              <p:cNvPr name="Freeform 261" id="26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62" id="262"/>
            <p:cNvGrpSpPr/>
            <p:nvPr/>
          </p:nvGrpSpPr>
          <p:grpSpPr>
            <a:xfrm rot="0">
              <a:off x="6034697" y="4335272"/>
              <a:ext cx="424688" cy="449072"/>
              <a:chOff x="0" y="0"/>
              <a:chExt cx="424688" cy="449072"/>
            </a:xfrm>
          </p:grpSpPr>
          <p:sp>
            <p:nvSpPr>
              <p:cNvPr name="Freeform 263" id="26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64" id="264"/>
            <p:cNvGrpSpPr/>
            <p:nvPr/>
          </p:nvGrpSpPr>
          <p:grpSpPr>
            <a:xfrm rot="0">
              <a:off x="6497993" y="4335272"/>
              <a:ext cx="424688" cy="449072"/>
              <a:chOff x="0" y="0"/>
              <a:chExt cx="424688" cy="449072"/>
            </a:xfrm>
          </p:grpSpPr>
          <p:sp>
            <p:nvSpPr>
              <p:cNvPr name="Freeform 265" id="26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66" id="266"/>
            <p:cNvGrpSpPr/>
            <p:nvPr/>
          </p:nvGrpSpPr>
          <p:grpSpPr>
            <a:xfrm rot="0">
              <a:off x="6961289" y="4335272"/>
              <a:ext cx="424688" cy="449072"/>
              <a:chOff x="0" y="0"/>
              <a:chExt cx="424688" cy="449072"/>
            </a:xfrm>
          </p:grpSpPr>
          <p:sp>
            <p:nvSpPr>
              <p:cNvPr name="Freeform 267" id="26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68" id="268"/>
            <p:cNvGrpSpPr/>
            <p:nvPr/>
          </p:nvGrpSpPr>
          <p:grpSpPr>
            <a:xfrm rot="0">
              <a:off x="11849" y="4822952"/>
              <a:ext cx="424688" cy="449072"/>
              <a:chOff x="0" y="0"/>
              <a:chExt cx="424688" cy="449072"/>
            </a:xfrm>
          </p:grpSpPr>
          <p:sp>
            <p:nvSpPr>
              <p:cNvPr name="Freeform 269" id="26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70" id="270"/>
            <p:cNvGrpSpPr/>
            <p:nvPr/>
          </p:nvGrpSpPr>
          <p:grpSpPr>
            <a:xfrm rot="0">
              <a:off x="475145" y="4822952"/>
              <a:ext cx="424688" cy="449072"/>
              <a:chOff x="0" y="0"/>
              <a:chExt cx="424688" cy="449072"/>
            </a:xfrm>
          </p:grpSpPr>
          <p:sp>
            <p:nvSpPr>
              <p:cNvPr name="Freeform 271" id="27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72" id="272"/>
            <p:cNvGrpSpPr/>
            <p:nvPr/>
          </p:nvGrpSpPr>
          <p:grpSpPr>
            <a:xfrm rot="0">
              <a:off x="938441" y="4822952"/>
              <a:ext cx="424688" cy="449072"/>
              <a:chOff x="0" y="0"/>
              <a:chExt cx="424688" cy="449072"/>
            </a:xfrm>
          </p:grpSpPr>
          <p:sp>
            <p:nvSpPr>
              <p:cNvPr name="Freeform 273" id="27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74" id="274"/>
            <p:cNvGrpSpPr/>
            <p:nvPr/>
          </p:nvGrpSpPr>
          <p:grpSpPr>
            <a:xfrm rot="0">
              <a:off x="1401737" y="4822952"/>
              <a:ext cx="424688" cy="449072"/>
              <a:chOff x="0" y="0"/>
              <a:chExt cx="424688" cy="449072"/>
            </a:xfrm>
          </p:grpSpPr>
          <p:sp>
            <p:nvSpPr>
              <p:cNvPr name="Freeform 275" id="27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76" id="276"/>
            <p:cNvGrpSpPr/>
            <p:nvPr/>
          </p:nvGrpSpPr>
          <p:grpSpPr>
            <a:xfrm rot="0">
              <a:off x="1865033" y="4822952"/>
              <a:ext cx="424688" cy="449072"/>
              <a:chOff x="0" y="0"/>
              <a:chExt cx="424688" cy="449072"/>
            </a:xfrm>
          </p:grpSpPr>
          <p:sp>
            <p:nvSpPr>
              <p:cNvPr name="Freeform 277" id="27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78" id="278"/>
            <p:cNvGrpSpPr/>
            <p:nvPr/>
          </p:nvGrpSpPr>
          <p:grpSpPr>
            <a:xfrm rot="0">
              <a:off x="2328329" y="4822952"/>
              <a:ext cx="424688" cy="449072"/>
              <a:chOff x="0" y="0"/>
              <a:chExt cx="424688" cy="449072"/>
            </a:xfrm>
          </p:grpSpPr>
          <p:sp>
            <p:nvSpPr>
              <p:cNvPr name="Freeform 279" id="27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80" id="280"/>
            <p:cNvGrpSpPr/>
            <p:nvPr/>
          </p:nvGrpSpPr>
          <p:grpSpPr>
            <a:xfrm rot="0">
              <a:off x="2791625" y="4822952"/>
              <a:ext cx="424688" cy="449072"/>
              <a:chOff x="0" y="0"/>
              <a:chExt cx="424688" cy="449072"/>
            </a:xfrm>
          </p:grpSpPr>
          <p:sp>
            <p:nvSpPr>
              <p:cNvPr name="Freeform 281" id="28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82" id="282"/>
            <p:cNvGrpSpPr/>
            <p:nvPr/>
          </p:nvGrpSpPr>
          <p:grpSpPr>
            <a:xfrm rot="0">
              <a:off x="3254921" y="4822952"/>
              <a:ext cx="424688" cy="449072"/>
              <a:chOff x="0" y="0"/>
              <a:chExt cx="424688" cy="449072"/>
            </a:xfrm>
          </p:grpSpPr>
          <p:sp>
            <p:nvSpPr>
              <p:cNvPr name="Freeform 283" id="28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84" id="284"/>
            <p:cNvGrpSpPr/>
            <p:nvPr/>
          </p:nvGrpSpPr>
          <p:grpSpPr>
            <a:xfrm rot="0">
              <a:off x="3718217" y="4822952"/>
              <a:ext cx="424688" cy="449072"/>
              <a:chOff x="0" y="0"/>
              <a:chExt cx="424688" cy="449072"/>
            </a:xfrm>
          </p:grpSpPr>
          <p:sp>
            <p:nvSpPr>
              <p:cNvPr name="Freeform 285" id="28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86" id="286"/>
            <p:cNvGrpSpPr/>
            <p:nvPr/>
          </p:nvGrpSpPr>
          <p:grpSpPr>
            <a:xfrm rot="0">
              <a:off x="4181513" y="4822952"/>
              <a:ext cx="424688" cy="449072"/>
              <a:chOff x="0" y="0"/>
              <a:chExt cx="424688" cy="449072"/>
            </a:xfrm>
          </p:grpSpPr>
          <p:sp>
            <p:nvSpPr>
              <p:cNvPr name="Freeform 287" id="28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88" id="288"/>
            <p:cNvGrpSpPr/>
            <p:nvPr/>
          </p:nvGrpSpPr>
          <p:grpSpPr>
            <a:xfrm rot="0">
              <a:off x="4644809" y="4822952"/>
              <a:ext cx="424688" cy="449072"/>
              <a:chOff x="0" y="0"/>
              <a:chExt cx="424688" cy="449072"/>
            </a:xfrm>
          </p:grpSpPr>
          <p:sp>
            <p:nvSpPr>
              <p:cNvPr name="Freeform 289" id="28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90" id="290"/>
            <p:cNvGrpSpPr/>
            <p:nvPr/>
          </p:nvGrpSpPr>
          <p:grpSpPr>
            <a:xfrm rot="0">
              <a:off x="5108105" y="4822952"/>
              <a:ext cx="424688" cy="449072"/>
              <a:chOff x="0" y="0"/>
              <a:chExt cx="424688" cy="449072"/>
            </a:xfrm>
          </p:grpSpPr>
          <p:sp>
            <p:nvSpPr>
              <p:cNvPr name="Freeform 291" id="29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92" id="292"/>
            <p:cNvGrpSpPr/>
            <p:nvPr/>
          </p:nvGrpSpPr>
          <p:grpSpPr>
            <a:xfrm rot="0">
              <a:off x="5571401" y="4822952"/>
              <a:ext cx="424688" cy="449072"/>
              <a:chOff x="0" y="0"/>
              <a:chExt cx="424688" cy="449072"/>
            </a:xfrm>
          </p:grpSpPr>
          <p:sp>
            <p:nvSpPr>
              <p:cNvPr name="Freeform 293" id="29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94" id="294"/>
            <p:cNvGrpSpPr/>
            <p:nvPr/>
          </p:nvGrpSpPr>
          <p:grpSpPr>
            <a:xfrm rot="0">
              <a:off x="6034697" y="4822952"/>
              <a:ext cx="424688" cy="449072"/>
              <a:chOff x="0" y="0"/>
              <a:chExt cx="424688" cy="449072"/>
            </a:xfrm>
          </p:grpSpPr>
          <p:sp>
            <p:nvSpPr>
              <p:cNvPr name="Freeform 295" id="29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296" id="296"/>
            <p:cNvGrpSpPr/>
            <p:nvPr/>
          </p:nvGrpSpPr>
          <p:grpSpPr>
            <a:xfrm rot="0">
              <a:off x="6497993" y="4822952"/>
              <a:ext cx="424688" cy="449072"/>
              <a:chOff x="0" y="0"/>
              <a:chExt cx="424688" cy="449072"/>
            </a:xfrm>
          </p:grpSpPr>
          <p:sp>
            <p:nvSpPr>
              <p:cNvPr name="Freeform 297" id="29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298" id="298"/>
            <p:cNvGrpSpPr/>
            <p:nvPr/>
          </p:nvGrpSpPr>
          <p:grpSpPr>
            <a:xfrm rot="0">
              <a:off x="6961289" y="4822952"/>
              <a:ext cx="424688" cy="449072"/>
              <a:chOff x="0" y="0"/>
              <a:chExt cx="424688" cy="449072"/>
            </a:xfrm>
          </p:grpSpPr>
          <p:sp>
            <p:nvSpPr>
              <p:cNvPr name="Freeform 299" id="29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00" id="300"/>
            <p:cNvGrpSpPr/>
            <p:nvPr/>
          </p:nvGrpSpPr>
          <p:grpSpPr>
            <a:xfrm rot="0">
              <a:off x="11849" y="5310632"/>
              <a:ext cx="424688" cy="449072"/>
              <a:chOff x="0" y="0"/>
              <a:chExt cx="424688" cy="449072"/>
            </a:xfrm>
          </p:grpSpPr>
          <p:sp>
            <p:nvSpPr>
              <p:cNvPr name="Freeform 301" id="30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02" id="302"/>
            <p:cNvGrpSpPr/>
            <p:nvPr/>
          </p:nvGrpSpPr>
          <p:grpSpPr>
            <a:xfrm rot="0">
              <a:off x="475145" y="5310632"/>
              <a:ext cx="424688" cy="449072"/>
              <a:chOff x="0" y="0"/>
              <a:chExt cx="424688" cy="449072"/>
            </a:xfrm>
          </p:grpSpPr>
          <p:sp>
            <p:nvSpPr>
              <p:cNvPr name="Freeform 303" id="30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04" id="304"/>
            <p:cNvGrpSpPr/>
            <p:nvPr/>
          </p:nvGrpSpPr>
          <p:grpSpPr>
            <a:xfrm rot="0">
              <a:off x="938441" y="5310632"/>
              <a:ext cx="424688" cy="449072"/>
              <a:chOff x="0" y="0"/>
              <a:chExt cx="424688" cy="449072"/>
            </a:xfrm>
          </p:grpSpPr>
          <p:sp>
            <p:nvSpPr>
              <p:cNvPr name="Freeform 305" id="30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06" id="306"/>
            <p:cNvGrpSpPr/>
            <p:nvPr/>
          </p:nvGrpSpPr>
          <p:grpSpPr>
            <a:xfrm rot="0">
              <a:off x="1401737" y="5310632"/>
              <a:ext cx="424688" cy="449072"/>
              <a:chOff x="0" y="0"/>
              <a:chExt cx="424688" cy="449072"/>
            </a:xfrm>
          </p:grpSpPr>
          <p:sp>
            <p:nvSpPr>
              <p:cNvPr name="Freeform 307" id="30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08" id="308"/>
            <p:cNvGrpSpPr/>
            <p:nvPr/>
          </p:nvGrpSpPr>
          <p:grpSpPr>
            <a:xfrm rot="0">
              <a:off x="1865033" y="5310632"/>
              <a:ext cx="424688" cy="449072"/>
              <a:chOff x="0" y="0"/>
              <a:chExt cx="424688" cy="449072"/>
            </a:xfrm>
          </p:grpSpPr>
          <p:sp>
            <p:nvSpPr>
              <p:cNvPr name="Freeform 309" id="30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10" id="310"/>
            <p:cNvGrpSpPr/>
            <p:nvPr/>
          </p:nvGrpSpPr>
          <p:grpSpPr>
            <a:xfrm rot="0">
              <a:off x="2328329" y="5310632"/>
              <a:ext cx="424688" cy="449072"/>
              <a:chOff x="0" y="0"/>
              <a:chExt cx="424688" cy="449072"/>
            </a:xfrm>
          </p:grpSpPr>
          <p:sp>
            <p:nvSpPr>
              <p:cNvPr name="Freeform 311" id="31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12" id="312"/>
            <p:cNvGrpSpPr/>
            <p:nvPr/>
          </p:nvGrpSpPr>
          <p:grpSpPr>
            <a:xfrm rot="0">
              <a:off x="2791625" y="5310632"/>
              <a:ext cx="424688" cy="449072"/>
              <a:chOff x="0" y="0"/>
              <a:chExt cx="424688" cy="449072"/>
            </a:xfrm>
          </p:grpSpPr>
          <p:sp>
            <p:nvSpPr>
              <p:cNvPr name="Freeform 313" id="31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14" id="314"/>
            <p:cNvGrpSpPr/>
            <p:nvPr/>
          </p:nvGrpSpPr>
          <p:grpSpPr>
            <a:xfrm rot="0">
              <a:off x="3254921" y="5310632"/>
              <a:ext cx="424688" cy="449072"/>
              <a:chOff x="0" y="0"/>
              <a:chExt cx="424688" cy="449072"/>
            </a:xfrm>
          </p:grpSpPr>
          <p:sp>
            <p:nvSpPr>
              <p:cNvPr name="Freeform 315" id="31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16" id="316"/>
            <p:cNvGrpSpPr/>
            <p:nvPr/>
          </p:nvGrpSpPr>
          <p:grpSpPr>
            <a:xfrm rot="0">
              <a:off x="3718217" y="5310632"/>
              <a:ext cx="424688" cy="449072"/>
              <a:chOff x="0" y="0"/>
              <a:chExt cx="424688" cy="449072"/>
            </a:xfrm>
          </p:grpSpPr>
          <p:sp>
            <p:nvSpPr>
              <p:cNvPr name="Freeform 317" id="31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18" id="318"/>
            <p:cNvGrpSpPr/>
            <p:nvPr/>
          </p:nvGrpSpPr>
          <p:grpSpPr>
            <a:xfrm rot="0">
              <a:off x="4181513" y="5310632"/>
              <a:ext cx="424688" cy="449072"/>
              <a:chOff x="0" y="0"/>
              <a:chExt cx="424688" cy="449072"/>
            </a:xfrm>
          </p:grpSpPr>
          <p:sp>
            <p:nvSpPr>
              <p:cNvPr name="Freeform 319" id="31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20" id="320"/>
            <p:cNvGrpSpPr/>
            <p:nvPr/>
          </p:nvGrpSpPr>
          <p:grpSpPr>
            <a:xfrm rot="0">
              <a:off x="4644809" y="5310632"/>
              <a:ext cx="424688" cy="449072"/>
              <a:chOff x="0" y="0"/>
              <a:chExt cx="424688" cy="449072"/>
            </a:xfrm>
          </p:grpSpPr>
          <p:sp>
            <p:nvSpPr>
              <p:cNvPr name="Freeform 321" id="32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22" id="322"/>
            <p:cNvGrpSpPr/>
            <p:nvPr/>
          </p:nvGrpSpPr>
          <p:grpSpPr>
            <a:xfrm rot="0">
              <a:off x="5108105" y="5310632"/>
              <a:ext cx="424688" cy="449072"/>
              <a:chOff x="0" y="0"/>
              <a:chExt cx="424688" cy="449072"/>
            </a:xfrm>
          </p:grpSpPr>
          <p:sp>
            <p:nvSpPr>
              <p:cNvPr name="Freeform 323" id="32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24" id="324"/>
            <p:cNvGrpSpPr/>
            <p:nvPr/>
          </p:nvGrpSpPr>
          <p:grpSpPr>
            <a:xfrm rot="0">
              <a:off x="5571401" y="5310632"/>
              <a:ext cx="424688" cy="449072"/>
              <a:chOff x="0" y="0"/>
              <a:chExt cx="424688" cy="449072"/>
            </a:xfrm>
          </p:grpSpPr>
          <p:sp>
            <p:nvSpPr>
              <p:cNvPr name="Freeform 325" id="32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26" id="326"/>
            <p:cNvGrpSpPr/>
            <p:nvPr/>
          </p:nvGrpSpPr>
          <p:grpSpPr>
            <a:xfrm rot="0">
              <a:off x="6034697" y="5310632"/>
              <a:ext cx="424688" cy="449072"/>
              <a:chOff x="0" y="0"/>
              <a:chExt cx="424688" cy="449072"/>
            </a:xfrm>
          </p:grpSpPr>
          <p:sp>
            <p:nvSpPr>
              <p:cNvPr name="Freeform 327" id="32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28" id="328"/>
            <p:cNvGrpSpPr/>
            <p:nvPr/>
          </p:nvGrpSpPr>
          <p:grpSpPr>
            <a:xfrm rot="0">
              <a:off x="6497993" y="5310632"/>
              <a:ext cx="424688" cy="449072"/>
              <a:chOff x="0" y="0"/>
              <a:chExt cx="424688" cy="449072"/>
            </a:xfrm>
          </p:grpSpPr>
          <p:sp>
            <p:nvSpPr>
              <p:cNvPr name="Freeform 329" id="32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30" id="330"/>
            <p:cNvGrpSpPr/>
            <p:nvPr/>
          </p:nvGrpSpPr>
          <p:grpSpPr>
            <a:xfrm rot="0">
              <a:off x="6961289" y="5310632"/>
              <a:ext cx="424688" cy="449072"/>
              <a:chOff x="0" y="0"/>
              <a:chExt cx="424688" cy="449072"/>
            </a:xfrm>
          </p:grpSpPr>
          <p:sp>
            <p:nvSpPr>
              <p:cNvPr name="Freeform 331" id="33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32" id="332"/>
            <p:cNvGrpSpPr/>
            <p:nvPr/>
          </p:nvGrpSpPr>
          <p:grpSpPr>
            <a:xfrm rot="0">
              <a:off x="0" y="6030303"/>
              <a:ext cx="7446607" cy="2106511"/>
              <a:chOff x="0" y="0"/>
              <a:chExt cx="7446607" cy="2106511"/>
            </a:xfrm>
          </p:grpSpPr>
          <p:sp>
            <p:nvSpPr>
              <p:cNvPr name="Freeform 333" id="333"/>
              <p:cNvSpPr/>
              <p:nvPr/>
            </p:nvSpPr>
            <p:spPr>
              <a:xfrm flipH="false" flipV="false" rot="0">
                <a:off x="0" y="0"/>
                <a:ext cx="7446645" cy="2106549"/>
              </a:xfrm>
              <a:custGeom>
                <a:avLst/>
                <a:gdLst/>
                <a:ahLst/>
                <a:cxnLst/>
                <a:rect r="r" b="b" t="t" l="l"/>
                <a:pathLst>
                  <a:path h="2106549" w="7446645">
                    <a:moveTo>
                      <a:pt x="0" y="148717"/>
                    </a:moveTo>
                    <a:cubicBezTo>
                      <a:pt x="0" y="66548"/>
                      <a:pt x="66548" y="0"/>
                      <a:pt x="148717" y="0"/>
                    </a:cubicBezTo>
                    <a:lnTo>
                      <a:pt x="7297928" y="0"/>
                    </a:lnTo>
                    <a:cubicBezTo>
                      <a:pt x="7380097" y="0"/>
                      <a:pt x="7446645" y="66548"/>
                      <a:pt x="7446645" y="148717"/>
                    </a:cubicBezTo>
                    <a:lnTo>
                      <a:pt x="7446645" y="1957832"/>
                    </a:lnTo>
                    <a:cubicBezTo>
                      <a:pt x="7446645" y="2040001"/>
                      <a:pt x="7380097" y="2106549"/>
                      <a:pt x="7297928" y="2106549"/>
                    </a:cubicBezTo>
                    <a:lnTo>
                      <a:pt x="148717" y="2106549"/>
                    </a:lnTo>
                    <a:cubicBezTo>
                      <a:pt x="66548" y="2106549"/>
                      <a:pt x="0" y="2039874"/>
                      <a:pt x="0" y="1957832"/>
                    </a:cubicBezTo>
                    <a:close/>
                  </a:path>
                </a:pathLst>
              </a:custGeom>
              <a:solidFill>
                <a:srgbClr val="222222"/>
              </a:solidFill>
              <a:ln w="25400" cap="sq">
                <a:solidFill>
                  <a:srgbClr val="9CFFFF"/>
                </a:solidFill>
                <a:prstDash val="solid"/>
                <a:miter/>
              </a:ln>
            </p:spPr>
          </p:sp>
        </p:grpSp>
        <p:grpSp>
          <p:nvGrpSpPr>
            <p:cNvPr name="Group 334" id="334"/>
            <p:cNvGrpSpPr/>
            <p:nvPr/>
          </p:nvGrpSpPr>
          <p:grpSpPr>
            <a:xfrm rot="0">
              <a:off x="138849" y="6291072"/>
              <a:ext cx="7168896" cy="1755648"/>
              <a:chOff x="0" y="0"/>
              <a:chExt cx="7168896" cy="1755648"/>
            </a:xfrm>
          </p:grpSpPr>
          <p:sp>
            <p:nvSpPr>
              <p:cNvPr name="Freeform 335" id="335"/>
              <p:cNvSpPr/>
              <p:nvPr/>
            </p:nvSpPr>
            <p:spPr>
              <a:xfrm flipH="false" flipV="false" rot="0">
                <a:off x="0" y="0"/>
                <a:ext cx="71688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7168896">
                    <a:moveTo>
                      <a:pt x="0" y="0"/>
                    </a:moveTo>
                    <a:lnTo>
                      <a:pt x="7168896" y="0"/>
                    </a:lnTo>
                    <a:lnTo>
                      <a:pt x="71688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9563" r="0" b="-29563"/>
                </a:stretch>
              </a:blipFill>
            </p:spPr>
          </p:sp>
          <p:sp>
            <p:nvSpPr>
              <p:cNvPr name="TextBox 336" id="336"/>
              <p:cNvSpPr txBox="true"/>
              <p:nvPr/>
            </p:nvSpPr>
            <p:spPr>
              <a:xfrm>
                <a:off x="0" y="-9525"/>
                <a:ext cx="7168896" cy="17651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3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if ((r + c) % 2 == 0)</a:t>
                </a:r>
              </a:p>
              <a:p>
                <a:pPr algn="l">
                  <a:lnSpc>
                    <a:spcPts val="2879"/>
                  </a:lnSpc>
                </a:pPr>
                <a:r>
                  <a:rPr lang="en-US" sz="23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setPixel(r, c, 255)</a:t>
                </a:r>
              </a:p>
            </p:txBody>
          </p:sp>
        </p:grpSp>
        <p:grpSp>
          <p:nvGrpSpPr>
            <p:cNvPr name="Group 337" id="337"/>
            <p:cNvGrpSpPr/>
            <p:nvPr/>
          </p:nvGrpSpPr>
          <p:grpSpPr>
            <a:xfrm rot="0">
              <a:off x="7819809" y="0"/>
              <a:ext cx="7412736" cy="780288"/>
              <a:chOff x="0" y="0"/>
              <a:chExt cx="7412736" cy="780288"/>
            </a:xfrm>
          </p:grpSpPr>
          <p:sp>
            <p:nvSpPr>
              <p:cNvPr name="Freeform 338" id="338"/>
              <p:cNvSpPr/>
              <p:nvPr/>
            </p:nvSpPr>
            <p:spPr>
              <a:xfrm flipH="false" flipV="false" rot="0">
                <a:off x="0" y="0"/>
                <a:ext cx="7412736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7412736">
                    <a:moveTo>
                      <a:pt x="0" y="0"/>
                    </a:moveTo>
                    <a:lnTo>
                      <a:pt x="7412736" y="0"/>
                    </a:lnTo>
                    <a:lnTo>
                      <a:pt x="7412736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5107" r="0" b="-135107"/>
                </a:stretch>
              </a:blipFill>
            </p:spPr>
          </p:sp>
          <p:sp>
            <p:nvSpPr>
              <p:cNvPr name="TextBox 339" id="339"/>
              <p:cNvSpPr txBox="true"/>
              <p:nvPr/>
            </p:nvSpPr>
            <p:spPr>
              <a:xfrm>
                <a:off x="0" y="-19050"/>
                <a:ext cx="7412736" cy="79933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b="true" sz="2600">
                    <a:solidFill>
                      <a:srgbClr val="6AC4EA"/>
                    </a:solidFill>
                    <a:latin typeface="Courier New Bold"/>
                    <a:ea typeface="Courier New Bold"/>
                    <a:cs typeface="Courier New Bold"/>
                    <a:sym typeface="Courier New Bold"/>
                  </a:rPr>
                  <a:t>BORDA</a:t>
                </a:r>
              </a:p>
            </p:txBody>
          </p:sp>
        </p:grpSp>
        <p:grpSp>
          <p:nvGrpSpPr>
            <p:cNvPr name="Group 340" id="340"/>
            <p:cNvGrpSpPr/>
            <p:nvPr/>
          </p:nvGrpSpPr>
          <p:grpSpPr>
            <a:xfrm rot="0">
              <a:off x="7814729" y="921512"/>
              <a:ext cx="424688" cy="449072"/>
              <a:chOff x="0" y="0"/>
              <a:chExt cx="424688" cy="449072"/>
            </a:xfrm>
          </p:grpSpPr>
          <p:sp>
            <p:nvSpPr>
              <p:cNvPr name="Freeform 341" id="34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42" id="342"/>
            <p:cNvGrpSpPr/>
            <p:nvPr/>
          </p:nvGrpSpPr>
          <p:grpSpPr>
            <a:xfrm rot="0">
              <a:off x="8278025" y="921512"/>
              <a:ext cx="424688" cy="449072"/>
              <a:chOff x="0" y="0"/>
              <a:chExt cx="424688" cy="449072"/>
            </a:xfrm>
          </p:grpSpPr>
          <p:sp>
            <p:nvSpPr>
              <p:cNvPr name="Freeform 343" id="34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44" id="344"/>
            <p:cNvGrpSpPr/>
            <p:nvPr/>
          </p:nvGrpSpPr>
          <p:grpSpPr>
            <a:xfrm rot="0">
              <a:off x="8741321" y="921512"/>
              <a:ext cx="424688" cy="449072"/>
              <a:chOff x="0" y="0"/>
              <a:chExt cx="424688" cy="449072"/>
            </a:xfrm>
          </p:grpSpPr>
          <p:sp>
            <p:nvSpPr>
              <p:cNvPr name="Freeform 345" id="34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46" id="346"/>
            <p:cNvGrpSpPr/>
            <p:nvPr/>
          </p:nvGrpSpPr>
          <p:grpSpPr>
            <a:xfrm rot="0">
              <a:off x="9204617" y="921512"/>
              <a:ext cx="424688" cy="449072"/>
              <a:chOff x="0" y="0"/>
              <a:chExt cx="424688" cy="449072"/>
            </a:xfrm>
          </p:grpSpPr>
          <p:sp>
            <p:nvSpPr>
              <p:cNvPr name="Freeform 347" id="34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48" id="348"/>
            <p:cNvGrpSpPr/>
            <p:nvPr/>
          </p:nvGrpSpPr>
          <p:grpSpPr>
            <a:xfrm rot="0">
              <a:off x="9667913" y="921512"/>
              <a:ext cx="424688" cy="449072"/>
              <a:chOff x="0" y="0"/>
              <a:chExt cx="424688" cy="449072"/>
            </a:xfrm>
          </p:grpSpPr>
          <p:sp>
            <p:nvSpPr>
              <p:cNvPr name="Freeform 349" id="34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50" id="350"/>
            <p:cNvGrpSpPr/>
            <p:nvPr/>
          </p:nvGrpSpPr>
          <p:grpSpPr>
            <a:xfrm rot="0">
              <a:off x="10131209" y="921512"/>
              <a:ext cx="424688" cy="449072"/>
              <a:chOff x="0" y="0"/>
              <a:chExt cx="424688" cy="449072"/>
            </a:xfrm>
          </p:grpSpPr>
          <p:sp>
            <p:nvSpPr>
              <p:cNvPr name="Freeform 351" id="35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52" id="352"/>
            <p:cNvGrpSpPr/>
            <p:nvPr/>
          </p:nvGrpSpPr>
          <p:grpSpPr>
            <a:xfrm rot="0">
              <a:off x="10594505" y="921512"/>
              <a:ext cx="424688" cy="449072"/>
              <a:chOff x="0" y="0"/>
              <a:chExt cx="424688" cy="449072"/>
            </a:xfrm>
          </p:grpSpPr>
          <p:sp>
            <p:nvSpPr>
              <p:cNvPr name="Freeform 353" id="35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54" id="354"/>
            <p:cNvGrpSpPr/>
            <p:nvPr/>
          </p:nvGrpSpPr>
          <p:grpSpPr>
            <a:xfrm rot="0">
              <a:off x="11057801" y="921512"/>
              <a:ext cx="424688" cy="449072"/>
              <a:chOff x="0" y="0"/>
              <a:chExt cx="424688" cy="449072"/>
            </a:xfrm>
          </p:grpSpPr>
          <p:sp>
            <p:nvSpPr>
              <p:cNvPr name="Freeform 355" id="35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56" id="356"/>
            <p:cNvGrpSpPr/>
            <p:nvPr/>
          </p:nvGrpSpPr>
          <p:grpSpPr>
            <a:xfrm rot="0">
              <a:off x="11521097" y="921512"/>
              <a:ext cx="424688" cy="449072"/>
              <a:chOff x="0" y="0"/>
              <a:chExt cx="424688" cy="449072"/>
            </a:xfrm>
          </p:grpSpPr>
          <p:sp>
            <p:nvSpPr>
              <p:cNvPr name="Freeform 357" id="35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58" id="358"/>
            <p:cNvGrpSpPr/>
            <p:nvPr/>
          </p:nvGrpSpPr>
          <p:grpSpPr>
            <a:xfrm rot="0">
              <a:off x="11984393" y="921512"/>
              <a:ext cx="424688" cy="449072"/>
              <a:chOff x="0" y="0"/>
              <a:chExt cx="424688" cy="449072"/>
            </a:xfrm>
          </p:grpSpPr>
          <p:sp>
            <p:nvSpPr>
              <p:cNvPr name="Freeform 359" id="35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60" id="360"/>
            <p:cNvGrpSpPr/>
            <p:nvPr/>
          </p:nvGrpSpPr>
          <p:grpSpPr>
            <a:xfrm rot="0">
              <a:off x="12447689" y="921512"/>
              <a:ext cx="424688" cy="449072"/>
              <a:chOff x="0" y="0"/>
              <a:chExt cx="424688" cy="449072"/>
            </a:xfrm>
          </p:grpSpPr>
          <p:sp>
            <p:nvSpPr>
              <p:cNvPr name="Freeform 361" id="36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62" id="362"/>
            <p:cNvGrpSpPr/>
            <p:nvPr/>
          </p:nvGrpSpPr>
          <p:grpSpPr>
            <a:xfrm rot="0">
              <a:off x="12910985" y="921512"/>
              <a:ext cx="424688" cy="449072"/>
              <a:chOff x="0" y="0"/>
              <a:chExt cx="424688" cy="449072"/>
            </a:xfrm>
          </p:grpSpPr>
          <p:sp>
            <p:nvSpPr>
              <p:cNvPr name="Freeform 363" id="36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64" id="364"/>
            <p:cNvGrpSpPr/>
            <p:nvPr/>
          </p:nvGrpSpPr>
          <p:grpSpPr>
            <a:xfrm rot="0">
              <a:off x="13374281" y="921512"/>
              <a:ext cx="424688" cy="449072"/>
              <a:chOff x="0" y="0"/>
              <a:chExt cx="424688" cy="449072"/>
            </a:xfrm>
          </p:grpSpPr>
          <p:sp>
            <p:nvSpPr>
              <p:cNvPr name="Freeform 365" id="36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66" id="366"/>
            <p:cNvGrpSpPr/>
            <p:nvPr/>
          </p:nvGrpSpPr>
          <p:grpSpPr>
            <a:xfrm rot="0">
              <a:off x="13837577" y="921512"/>
              <a:ext cx="424688" cy="449072"/>
              <a:chOff x="0" y="0"/>
              <a:chExt cx="424688" cy="449072"/>
            </a:xfrm>
          </p:grpSpPr>
          <p:sp>
            <p:nvSpPr>
              <p:cNvPr name="Freeform 367" id="36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68" id="368"/>
            <p:cNvGrpSpPr/>
            <p:nvPr/>
          </p:nvGrpSpPr>
          <p:grpSpPr>
            <a:xfrm rot="0">
              <a:off x="14300873" y="921512"/>
              <a:ext cx="424688" cy="449072"/>
              <a:chOff x="0" y="0"/>
              <a:chExt cx="424688" cy="449072"/>
            </a:xfrm>
          </p:grpSpPr>
          <p:sp>
            <p:nvSpPr>
              <p:cNvPr name="Freeform 369" id="36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70" id="370"/>
            <p:cNvGrpSpPr/>
            <p:nvPr/>
          </p:nvGrpSpPr>
          <p:grpSpPr>
            <a:xfrm rot="0">
              <a:off x="14764169" y="921512"/>
              <a:ext cx="424688" cy="449072"/>
              <a:chOff x="0" y="0"/>
              <a:chExt cx="424688" cy="449072"/>
            </a:xfrm>
          </p:grpSpPr>
          <p:sp>
            <p:nvSpPr>
              <p:cNvPr name="Freeform 371" id="37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72" id="372"/>
            <p:cNvGrpSpPr/>
            <p:nvPr/>
          </p:nvGrpSpPr>
          <p:grpSpPr>
            <a:xfrm rot="0">
              <a:off x="7814729" y="1409192"/>
              <a:ext cx="424688" cy="449072"/>
              <a:chOff x="0" y="0"/>
              <a:chExt cx="424688" cy="449072"/>
            </a:xfrm>
          </p:grpSpPr>
          <p:sp>
            <p:nvSpPr>
              <p:cNvPr name="Freeform 373" id="37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374" id="374"/>
            <p:cNvGrpSpPr/>
            <p:nvPr/>
          </p:nvGrpSpPr>
          <p:grpSpPr>
            <a:xfrm rot="0">
              <a:off x="8278025" y="1409192"/>
              <a:ext cx="424688" cy="449072"/>
              <a:chOff x="0" y="0"/>
              <a:chExt cx="424688" cy="449072"/>
            </a:xfrm>
          </p:grpSpPr>
          <p:sp>
            <p:nvSpPr>
              <p:cNvPr name="Freeform 375" id="37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76" id="376"/>
            <p:cNvGrpSpPr/>
            <p:nvPr/>
          </p:nvGrpSpPr>
          <p:grpSpPr>
            <a:xfrm rot="0">
              <a:off x="8741321" y="1409192"/>
              <a:ext cx="424688" cy="449072"/>
              <a:chOff x="0" y="0"/>
              <a:chExt cx="424688" cy="449072"/>
            </a:xfrm>
          </p:grpSpPr>
          <p:sp>
            <p:nvSpPr>
              <p:cNvPr name="Freeform 377" id="37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78" id="378"/>
            <p:cNvGrpSpPr/>
            <p:nvPr/>
          </p:nvGrpSpPr>
          <p:grpSpPr>
            <a:xfrm rot="0">
              <a:off x="9204617" y="1409192"/>
              <a:ext cx="424688" cy="449072"/>
              <a:chOff x="0" y="0"/>
              <a:chExt cx="424688" cy="449072"/>
            </a:xfrm>
          </p:grpSpPr>
          <p:sp>
            <p:nvSpPr>
              <p:cNvPr name="Freeform 379" id="37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80" id="380"/>
            <p:cNvGrpSpPr/>
            <p:nvPr/>
          </p:nvGrpSpPr>
          <p:grpSpPr>
            <a:xfrm rot="0">
              <a:off x="9667913" y="1409192"/>
              <a:ext cx="424688" cy="449072"/>
              <a:chOff x="0" y="0"/>
              <a:chExt cx="424688" cy="449072"/>
            </a:xfrm>
          </p:grpSpPr>
          <p:sp>
            <p:nvSpPr>
              <p:cNvPr name="Freeform 381" id="38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82" id="382"/>
            <p:cNvGrpSpPr/>
            <p:nvPr/>
          </p:nvGrpSpPr>
          <p:grpSpPr>
            <a:xfrm rot="0">
              <a:off x="10131209" y="1409192"/>
              <a:ext cx="424688" cy="449072"/>
              <a:chOff x="0" y="0"/>
              <a:chExt cx="424688" cy="449072"/>
            </a:xfrm>
          </p:grpSpPr>
          <p:sp>
            <p:nvSpPr>
              <p:cNvPr name="Freeform 383" id="38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84" id="384"/>
            <p:cNvGrpSpPr/>
            <p:nvPr/>
          </p:nvGrpSpPr>
          <p:grpSpPr>
            <a:xfrm rot="0">
              <a:off x="10594505" y="1409192"/>
              <a:ext cx="424688" cy="449072"/>
              <a:chOff x="0" y="0"/>
              <a:chExt cx="424688" cy="449072"/>
            </a:xfrm>
          </p:grpSpPr>
          <p:sp>
            <p:nvSpPr>
              <p:cNvPr name="Freeform 385" id="38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86" id="386"/>
            <p:cNvGrpSpPr/>
            <p:nvPr/>
          </p:nvGrpSpPr>
          <p:grpSpPr>
            <a:xfrm rot="0">
              <a:off x="11057801" y="1409192"/>
              <a:ext cx="424688" cy="449072"/>
              <a:chOff x="0" y="0"/>
              <a:chExt cx="424688" cy="449072"/>
            </a:xfrm>
          </p:grpSpPr>
          <p:sp>
            <p:nvSpPr>
              <p:cNvPr name="Freeform 387" id="38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88" id="388"/>
            <p:cNvGrpSpPr/>
            <p:nvPr/>
          </p:nvGrpSpPr>
          <p:grpSpPr>
            <a:xfrm rot="0">
              <a:off x="11521097" y="1409192"/>
              <a:ext cx="424688" cy="449072"/>
              <a:chOff x="0" y="0"/>
              <a:chExt cx="424688" cy="449072"/>
            </a:xfrm>
          </p:grpSpPr>
          <p:sp>
            <p:nvSpPr>
              <p:cNvPr name="Freeform 389" id="38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90" id="390"/>
            <p:cNvGrpSpPr/>
            <p:nvPr/>
          </p:nvGrpSpPr>
          <p:grpSpPr>
            <a:xfrm rot="0">
              <a:off x="11984393" y="1409192"/>
              <a:ext cx="424688" cy="449072"/>
              <a:chOff x="0" y="0"/>
              <a:chExt cx="424688" cy="449072"/>
            </a:xfrm>
          </p:grpSpPr>
          <p:sp>
            <p:nvSpPr>
              <p:cNvPr name="Freeform 391" id="39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92" id="392"/>
            <p:cNvGrpSpPr/>
            <p:nvPr/>
          </p:nvGrpSpPr>
          <p:grpSpPr>
            <a:xfrm rot="0">
              <a:off x="12447689" y="1409192"/>
              <a:ext cx="424688" cy="449072"/>
              <a:chOff x="0" y="0"/>
              <a:chExt cx="424688" cy="449072"/>
            </a:xfrm>
          </p:grpSpPr>
          <p:sp>
            <p:nvSpPr>
              <p:cNvPr name="Freeform 393" id="39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94" id="394"/>
            <p:cNvGrpSpPr/>
            <p:nvPr/>
          </p:nvGrpSpPr>
          <p:grpSpPr>
            <a:xfrm rot="0">
              <a:off x="12910985" y="1409192"/>
              <a:ext cx="424688" cy="449072"/>
              <a:chOff x="0" y="0"/>
              <a:chExt cx="424688" cy="449072"/>
            </a:xfrm>
          </p:grpSpPr>
          <p:sp>
            <p:nvSpPr>
              <p:cNvPr name="Freeform 395" id="39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96" id="396"/>
            <p:cNvGrpSpPr/>
            <p:nvPr/>
          </p:nvGrpSpPr>
          <p:grpSpPr>
            <a:xfrm rot="0">
              <a:off x="13374281" y="1409192"/>
              <a:ext cx="424688" cy="449072"/>
              <a:chOff x="0" y="0"/>
              <a:chExt cx="424688" cy="449072"/>
            </a:xfrm>
          </p:grpSpPr>
          <p:sp>
            <p:nvSpPr>
              <p:cNvPr name="Freeform 397" id="39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398" id="398"/>
            <p:cNvGrpSpPr/>
            <p:nvPr/>
          </p:nvGrpSpPr>
          <p:grpSpPr>
            <a:xfrm rot="0">
              <a:off x="13837577" y="1409192"/>
              <a:ext cx="424688" cy="449072"/>
              <a:chOff x="0" y="0"/>
              <a:chExt cx="424688" cy="449072"/>
            </a:xfrm>
          </p:grpSpPr>
          <p:sp>
            <p:nvSpPr>
              <p:cNvPr name="Freeform 399" id="39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00" id="400"/>
            <p:cNvGrpSpPr/>
            <p:nvPr/>
          </p:nvGrpSpPr>
          <p:grpSpPr>
            <a:xfrm rot="0">
              <a:off x="14300873" y="1409192"/>
              <a:ext cx="424688" cy="449072"/>
              <a:chOff x="0" y="0"/>
              <a:chExt cx="424688" cy="449072"/>
            </a:xfrm>
          </p:grpSpPr>
          <p:sp>
            <p:nvSpPr>
              <p:cNvPr name="Freeform 401" id="40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02" id="402"/>
            <p:cNvGrpSpPr/>
            <p:nvPr/>
          </p:nvGrpSpPr>
          <p:grpSpPr>
            <a:xfrm rot="0">
              <a:off x="14764169" y="1409192"/>
              <a:ext cx="424688" cy="449072"/>
              <a:chOff x="0" y="0"/>
              <a:chExt cx="424688" cy="449072"/>
            </a:xfrm>
          </p:grpSpPr>
          <p:sp>
            <p:nvSpPr>
              <p:cNvPr name="Freeform 403" id="40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404" id="404"/>
            <p:cNvGrpSpPr/>
            <p:nvPr/>
          </p:nvGrpSpPr>
          <p:grpSpPr>
            <a:xfrm rot="0">
              <a:off x="7814729" y="1896872"/>
              <a:ext cx="424688" cy="449072"/>
              <a:chOff x="0" y="0"/>
              <a:chExt cx="424688" cy="449072"/>
            </a:xfrm>
          </p:grpSpPr>
          <p:sp>
            <p:nvSpPr>
              <p:cNvPr name="Freeform 405" id="40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406" id="406"/>
            <p:cNvGrpSpPr/>
            <p:nvPr/>
          </p:nvGrpSpPr>
          <p:grpSpPr>
            <a:xfrm rot="0">
              <a:off x="8278025" y="1896872"/>
              <a:ext cx="424688" cy="449072"/>
              <a:chOff x="0" y="0"/>
              <a:chExt cx="424688" cy="449072"/>
            </a:xfrm>
          </p:grpSpPr>
          <p:sp>
            <p:nvSpPr>
              <p:cNvPr name="Freeform 407" id="40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08" id="408"/>
            <p:cNvGrpSpPr/>
            <p:nvPr/>
          </p:nvGrpSpPr>
          <p:grpSpPr>
            <a:xfrm rot="0">
              <a:off x="8741321" y="1896872"/>
              <a:ext cx="424688" cy="449072"/>
              <a:chOff x="0" y="0"/>
              <a:chExt cx="424688" cy="449072"/>
            </a:xfrm>
          </p:grpSpPr>
          <p:sp>
            <p:nvSpPr>
              <p:cNvPr name="Freeform 409" id="40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10" id="410"/>
            <p:cNvGrpSpPr/>
            <p:nvPr/>
          </p:nvGrpSpPr>
          <p:grpSpPr>
            <a:xfrm rot="0">
              <a:off x="9204617" y="1896872"/>
              <a:ext cx="424688" cy="449072"/>
              <a:chOff x="0" y="0"/>
              <a:chExt cx="424688" cy="449072"/>
            </a:xfrm>
          </p:grpSpPr>
          <p:sp>
            <p:nvSpPr>
              <p:cNvPr name="Freeform 411" id="41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12" id="412"/>
            <p:cNvGrpSpPr/>
            <p:nvPr/>
          </p:nvGrpSpPr>
          <p:grpSpPr>
            <a:xfrm rot="0">
              <a:off x="9667913" y="1896872"/>
              <a:ext cx="424688" cy="449072"/>
              <a:chOff x="0" y="0"/>
              <a:chExt cx="424688" cy="449072"/>
            </a:xfrm>
          </p:grpSpPr>
          <p:sp>
            <p:nvSpPr>
              <p:cNvPr name="Freeform 413" id="41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14" id="414"/>
            <p:cNvGrpSpPr/>
            <p:nvPr/>
          </p:nvGrpSpPr>
          <p:grpSpPr>
            <a:xfrm rot="0">
              <a:off x="10131209" y="1896872"/>
              <a:ext cx="424688" cy="449072"/>
              <a:chOff x="0" y="0"/>
              <a:chExt cx="424688" cy="449072"/>
            </a:xfrm>
          </p:grpSpPr>
          <p:sp>
            <p:nvSpPr>
              <p:cNvPr name="Freeform 415" id="41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16" id="416"/>
            <p:cNvGrpSpPr/>
            <p:nvPr/>
          </p:nvGrpSpPr>
          <p:grpSpPr>
            <a:xfrm rot="0">
              <a:off x="10594505" y="1896872"/>
              <a:ext cx="424688" cy="449072"/>
              <a:chOff x="0" y="0"/>
              <a:chExt cx="424688" cy="449072"/>
            </a:xfrm>
          </p:grpSpPr>
          <p:sp>
            <p:nvSpPr>
              <p:cNvPr name="Freeform 417" id="41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18" id="418"/>
            <p:cNvGrpSpPr/>
            <p:nvPr/>
          </p:nvGrpSpPr>
          <p:grpSpPr>
            <a:xfrm rot="0">
              <a:off x="11057801" y="1896872"/>
              <a:ext cx="424688" cy="449072"/>
              <a:chOff x="0" y="0"/>
              <a:chExt cx="424688" cy="449072"/>
            </a:xfrm>
          </p:grpSpPr>
          <p:sp>
            <p:nvSpPr>
              <p:cNvPr name="Freeform 419" id="41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20" id="420"/>
            <p:cNvGrpSpPr/>
            <p:nvPr/>
          </p:nvGrpSpPr>
          <p:grpSpPr>
            <a:xfrm rot="0">
              <a:off x="11521097" y="1896872"/>
              <a:ext cx="424688" cy="449072"/>
              <a:chOff x="0" y="0"/>
              <a:chExt cx="424688" cy="449072"/>
            </a:xfrm>
          </p:grpSpPr>
          <p:sp>
            <p:nvSpPr>
              <p:cNvPr name="Freeform 421" id="42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22" id="422"/>
            <p:cNvGrpSpPr/>
            <p:nvPr/>
          </p:nvGrpSpPr>
          <p:grpSpPr>
            <a:xfrm rot="0">
              <a:off x="11984393" y="1896872"/>
              <a:ext cx="424688" cy="449072"/>
              <a:chOff x="0" y="0"/>
              <a:chExt cx="424688" cy="449072"/>
            </a:xfrm>
          </p:grpSpPr>
          <p:sp>
            <p:nvSpPr>
              <p:cNvPr name="Freeform 423" id="42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24" id="424"/>
            <p:cNvGrpSpPr/>
            <p:nvPr/>
          </p:nvGrpSpPr>
          <p:grpSpPr>
            <a:xfrm rot="0">
              <a:off x="12447689" y="1896872"/>
              <a:ext cx="424688" cy="449072"/>
              <a:chOff x="0" y="0"/>
              <a:chExt cx="424688" cy="449072"/>
            </a:xfrm>
          </p:grpSpPr>
          <p:sp>
            <p:nvSpPr>
              <p:cNvPr name="Freeform 425" id="42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26" id="426"/>
            <p:cNvGrpSpPr/>
            <p:nvPr/>
          </p:nvGrpSpPr>
          <p:grpSpPr>
            <a:xfrm rot="0">
              <a:off x="12910985" y="1896872"/>
              <a:ext cx="424688" cy="449072"/>
              <a:chOff x="0" y="0"/>
              <a:chExt cx="424688" cy="449072"/>
            </a:xfrm>
          </p:grpSpPr>
          <p:sp>
            <p:nvSpPr>
              <p:cNvPr name="Freeform 427" id="42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28" id="428"/>
            <p:cNvGrpSpPr/>
            <p:nvPr/>
          </p:nvGrpSpPr>
          <p:grpSpPr>
            <a:xfrm rot="0">
              <a:off x="13374281" y="1896872"/>
              <a:ext cx="424688" cy="449072"/>
              <a:chOff x="0" y="0"/>
              <a:chExt cx="424688" cy="449072"/>
            </a:xfrm>
          </p:grpSpPr>
          <p:sp>
            <p:nvSpPr>
              <p:cNvPr name="Freeform 429" id="42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30" id="430"/>
            <p:cNvGrpSpPr/>
            <p:nvPr/>
          </p:nvGrpSpPr>
          <p:grpSpPr>
            <a:xfrm rot="0">
              <a:off x="13837577" y="1896872"/>
              <a:ext cx="424688" cy="449072"/>
              <a:chOff x="0" y="0"/>
              <a:chExt cx="424688" cy="449072"/>
            </a:xfrm>
          </p:grpSpPr>
          <p:sp>
            <p:nvSpPr>
              <p:cNvPr name="Freeform 431" id="43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32" id="432"/>
            <p:cNvGrpSpPr/>
            <p:nvPr/>
          </p:nvGrpSpPr>
          <p:grpSpPr>
            <a:xfrm rot="0">
              <a:off x="14300873" y="1896872"/>
              <a:ext cx="424688" cy="449072"/>
              <a:chOff x="0" y="0"/>
              <a:chExt cx="424688" cy="449072"/>
            </a:xfrm>
          </p:grpSpPr>
          <p:sp>
            <p:nvSpPr>
              <p:cNvPr name="Freeform 433" id="43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34" id="434"/>
            <p:cNvGrpSpPr/>
            <p:nvPr/>
          </p:nvGrpSpPr>
          <p:grpSpPr>
            <a:xfrm rot="0">
              <a:off x="14764169" y="1896872"/>
              <a:ext cx="424688" cy="449072"/>
              <a:chOff x="0" y="0"/>
              <a:chExt cx="424688" cy="449072"/>
            </a:xfrm>
          </p:grpSpPr>
          <p:sp>
            <p:nvSpPr>
              <p:cNvPr name="Freeform 435" id="43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436" id="436"/>
            <p:cNvGrpSpPr/>
            <p:nvPr/>
          </p:nvGrpSpPr>
          <p:grpSpPr>
            <a:xfrm rot="0">
              <a:off x="7814729" y="2384552"/>
              <a:ext cx="424688" cy="449072"/>
              <a:chOff x="0" y="0"/>
              <a:chExt cx="424688" cy="449072"/>
            </a:xfrm>
          </p:grpSpPr>
          <p:sp>
            <p:nvSpPr>
              <p:cNvPr name="Freeform 437" id="43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438" id="438"/>
            <p:cNvGrpSpPr/>
            <p:nvPr/>
          </p:nvGrpSpPr>
          <p:grpSpPr>
            <a:xfrm rot="0">
              <a:off x="8278025" y="2384552"/>
              <a:ext cx="424688" cy="449072"/>
              <a:chOff x="0" y="0"/>
              <a:chExt cx="424688" cy="449072"/>
            </a:xfrm>
          </p:grpSpPr>
          <p:sp>
            <p:nvSpPr>
              <p:cNvPr name="Freeform 439" id="43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40" id="440"/>
            <p:cNvGrpSpPr/>
            <p:nvPr/>
          </p:nvGrpSpPr>
          <p:grpSpPr>
            <a:xfrm rot="0">
              <a:off x="8741321" y="2384552"/>
              <a:ext cx="424688" cy="449072"/>
              <a:chOff x="0" y="0"/>
              <a:chExt cx="424688" cy="449072"/>
            </a:xfrm>
          </p:grpSpPr>
          <p:sp>
            <p:nvSpPr>
              <p:cNvPr name="Freeform 441" id="44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42" id="442"/>
            <p:cNvGrpSpPr/>
            <p:nvPr/>
          </p:nvGrpSpPr>
          <p:grpSpPr>
            <a:xfrm rot="0">
              <a:off x="9204617" y="2384552"/>
              <a:ext cx="424688" cy="449072"/>
              <a:chOff x="0" y="0"/>
              <a:chExt cx="424688" cy="449072"/>
            </a:xfrm>
          </p:grpSpPr>
          <p:sp>
            <p:nvSpPr>
              <p:cNvPr name="Freeform 443" id="44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44" id="444"/>
            <p:cNvGrpSpPr/>
            <p:nvPr/>
          </p:nvGrpSpPr>
          <p:grpSpPr>
            <a:xfrm rot="0">
              <a:off x="9667913" y="2384552"/>
              <a:ext cx="424688" cy="449072"/>
              <a:chOff x="0" y="0"/>
              <a:chExt cx="424688" cy="449072"/>
            </a:xfrm>
          </p:grpSpPr>
          <p:sp>
            <p:nvSpPr>
              <p:cNvPr name="Freeform 445" id="44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46" id="446"/>
            <p:cNvGrpSpPr/>
            <p:nvPr/>
          </p:nvGrpSpPr>
          <p:grpSpPr>
            <a:xfrm rot="0">
              <a:off x="10131209" y="2384552"/>
              <a:ext cx="424688" cy="449072"/>
              <a:chOff x="0" y="0"/>
              <a:chExt cx="424688" cy="449072"/>
            </a:xfrm>
          </p:grpSpPr>
          <p:sp>
            <p:nvSpPr>
              <p:cNvPr name="Freeform 447" id="44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48" id="448"/>
            <p:cNvGrpSpPr/>
            <p:nvPr/>
          </p:nvGrpSpPr>
          <p:grpSpPr>
            <a:xfrm rot="0">
              <a:off x="10594505" y="2384552"/>
              <a:ext cx="424688" cy="449072"/>
              <a:chOff x="0" y="0"/>
              <a:chExt cx="424688" cy="449072"/>
            </a:xfrm>
          </p:grpSpPr>
          <p:sp>
            <p:nvSpPr>
              <p:cNvPr name="Freeform 449" id="44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50" id="450"/>
            <p:cNvGrpSpPr/>
            <p:nvPr/>
          </p:nvGrpSpPr>
          <p:grpSpPr>
            <a:xfrm rot="0">
              <a:off x="11057801" y="2384552"/>
              <a:ext cx="424688" cy="449072"/>
              <a:chOff x="0" y="0"/>
              <a:chExt cx="424688" cy="449072"/>
            </a:xfrm>
          </p:grpSpPr>
          <p:sp>
            <p:nvSpPr>
              <p:cNvPr name="Freeform 451" id="45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52" id="452"/>
            <p:cNvGrpSpPr/>
            <p:nvPr/>
          </p:nvGrpSpPr>
          <p:grpSpPr>
            <a:xfrm rot="0">
              <a:off x="11521097" y="2384552"/>
              <a:ext cx="424688" cy="449072"/>
              <a:chOff x="0" y="0"/>
              <a:chExt cx="424688" cy="449072"/>
            </a:xfrm>
          </p:grpSpPr>
          <p:sp>
            <p:nvSpPr>
              <p:cNvPr name="Freeform 453" id="45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54" id="454"/>
            <p:cNvGrpSpPr/>
            <p:nvPr/>
          </p:nvGrpSpPr>
          <p:grpSpPr>
            <a:xfrm rot="0">
              <a:off x="11984393" y="2384552"/>
              <a:ext cx="424688" cy="449072"/>
              <a:chOff x="0" y="0"/>
              <a:chExt cx="424688" cy="449072"/>
            </a:xfrm>
          </p:grpSpPr>
          <p:sp>
            <p:nvSpPr>
              <p:cNvPr name="Freeform 455" id="45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56" id="456"/>
            <p:cNvGrpSpPr/>
            <p:nvPr/>
          </p:nvGrpSpPr>
          <p:grpSpPr>
            <a:xfrm rot="0">
              <a:off x="12447689" y="2384552"/>
              <a:ext cx="424688" cy="449072"/>
              <a:chOff x="0" y="0"/>
              <a:chExt cx="424688" cy="449072"/>
            </a:xfrm>
          </p:grpSpPr>
          <p:sp>
            <p:nvSpPr>
              <p:cNvPr name="Freeform 457" id="45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58" id="458"/>
            <p:cNvGrpSpPr/>
            <p:nvPr/>
          </p:nvGrpSpPr>
          <p:grpSpPr>
            <a:xfrm rot="0">
              <a:off x="12910985" y="2384552"/>
              <a:ext cx="424688" cy="449072"/>
              <a:chOff x="0" y="0"/>
              <a:chExt cx="424688" cy="449072"/>
            </a:xfrm>
          </p:grpSpPr>
          <p:sp>
            <p:nvSpPr>
              <p:cNvPr name="Freeform 459" id="45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60" id="460"/>
            <p:cNvGrpSpPr/>
            <p:nvPr/>
          </p:nvGrpSpPr>
          <p:grpSpPr>
            <a:xfrm rot="0">
              <a:off x="13374281" y="2384552"/>
              <a:ext cx="424688" cy="449072"/>
              <a:chOff x="0" y="0"/>
              <a:chExt cx="424688" cy="449072"/>
            </a:xfrm>
          </p:grpSpPr>
          <p:sp>
            <p:nvSpPr>
              <p:cNvPr name="Freeform 461" id="46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62" id="462"/>
            <p:cNvGrpSpPr/>
            <p:nvPr/>
          </p:nvGrpSpPr>
          <p:grpSpPr>
            <a:xfrm rot="0">
              <a:off x="13837577" y="2384552"/>
              <a:ext cx="424688" cy="449072"/>
              <a:chOff x="0" y="0"/>
              <a:chExt cx="424688" cy="449072"/>
            </a:xfrm>
          </p:grpSpPr>
          <p:sp>
            <p:nvSpPr>
              <p:cNvPr name="Freeform 463" id="46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64" id="464"/>
            <p:cNvGrpSpPr/>
            <p:nvPr/>
          </p:nvGrpSpPr>
          <p:grpSpPr>
            <a:xfrm rot="0">
              <a:off x="14300873" y="2384552"/>
              <a:ext cx="424688" cy="449072"/>
              <a:chOff x="0" y="0"/>
              <a:chExt cx="424688" cy="449072"/>
            </a:xfrm>
          </p:grpSpPr>
          <p:sp>
            <p:nvSpPr>
              <p:cNvPr name="Freeform 465" id="46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66" id="466"/>
            <p:cNvGrpSpPr/>
            <p:nvPr/>
          </p:nvGrpSpPr>
          <p:grpSpPr>
            <a:xfrm rot="0">
              <a:off x="14764169" y="2384552"/>
              <a:ext cx="424688" cy="449072"/>
              <a:chOff x="0" y="0"/>
              <a:chExt cx="424688" cy="449072"/>
            </a:xfrm>
          </p:grpSpPr>
          <p:sp>
            <p:nvSpPr>
              <p:cNvPr name="Freeform 467" id="46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468" id="468"/>
            <p:cNvGrpSpPr/>
            <p:nvPr/>
          </p:nvGrpSpPr>
          <p:grpSpPr>
            <a:xfrm rot="0">
              <a:off x="7814729" y="2872232"/>
              <a:ext cx="424688" cy="449072"/>
              <a:chOff x="0" y="0"/>
              <a:chExt cx="424688" cy="449072"/>
            </a:xfrm>
          </p:grpSpPr>
          <p:sp>
            <p:nvSpPr>
              <p:cNvPr name="Freeform 469" id="46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470" id="470"/>
            <p:cNvGrpSpPr/>
            <p:nvPr/>
          </p:nvGrpSpPr>
          <p:grpSpPr>
            <a:xfrm rot="0">
              <a:off x="8278025" y="2872232"/>
              <a:ext cx="424688" cy="449072"/>
              <a:chOff x="0" y="0"/>
              <a:chExt cx="424688" cy="449072"/>
            </a:xfrm>
          </p:grpSpPr>
          <p:sp>
            <p:nvSpPr>
              <p:cNvPr name="Freeform 471" id="47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72" id="472"/>
            <p:cNvGrpSpPr/>
            <p:nvPr/>
          </p:nvGrpSpPr>
          <p:grpSpPr>
            <a:xfrm rot="0">
              <a:off x="8741321" y="2872232"/>
              <a:ext cx="424688" cy="449072"/>
              <a:chOff x="0" y="0"/>
              <a:chExt cx="424688" cy="449072"/>
            </a:xfrm>
          </p:grpSpPr>
          <p:sp>
            <p:nvSpPr>
              <p:cNvPr name="Freeform 473" id="47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74" id="474"/>
            <p:cNvGrpSpPr/>
            <p:nvPr/>
          </p:nvGrpSpPr>
          <p:grpSpPr>
            <a:xfrm rot="0">
              <a:off x="9204617" y="2872232"/>
              <a:ext cx="424688" cy="449072"/>
              <a:chOff x="0" y="0"/>
              <a:chExt cx="424688" cy="449072"/>
            </a:xfrm>
          </p:grpSpPr>
          <p:sp>
            <p:nvSpPr>
              <p:cNvPr name="Freeform 475" id="47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76" id="476"/>
            <p:cNvGrpSpPr/>
            <p:nvPr/>
          </p:nvGrpSpPr>
          <p:grpSpPr>
            <a:xfrm rot="0">
              <a:off x="9667913" y="2872232"/>
              <a:ext cx="424688" cy="449072"/>
              <a:chOff x="0" y="0"/>
              <a:chExt cx="424688" cy="449072"/>
            </a:xfrm>
          </p:grpSpPr>
          <p:sp>
            <p:nvSpPr>
              <p:cNvPr name="Freeform 477" id="47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78" id="478"/>
            <p:cNvGrpSpPr/>
            <p:nvPr/>
          </p:nvGrpSpPr>
          <p:grpSpPr>
            <a:xfrm rot="0">
              <a:off x="10131209" y="2872232"/>
              <a:ext cx="424688" cy="449072"/>
              <a:chOff x="0" y="0"/>
              <a:chExt cx="424688" cy="449072"/>
            </a:xfrm>
          </p:grpSpPr>
          <p:sp>
            <p:nvSpPr>
              <p:cNvPr name="Freeform 479" id="47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80" id="480"/>
            <p:cNvGrpSpPr/>
            <p:nvPr/>
          </p:nvGrpSpPr>
          <p:grpSpPr>
            <a:xfrm rot="0">
              <a:off x="10594505" y="2872232"/>
              <a:ext cx="424688" cy="449072"/>
              <a:chOff x="0" y="0"/>
              <a:chExt cx="424688" cy="449072"/>
            </a:xfrm>
          </p:grpSpPr>
          <p:sp>
            <p:nvSpPr>
              <p:cNvPr name="Freeform 481" id="48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82" id="482"/>
            <p:cNvGrpSpPr/>
            <p:nvPr/>
          </p:nvGrpSpPr>
          <p:grpSpPr>
            <a:xfrm rot="0">
              <a:off x="11057801" y="2872232"/>
              <a:ext cx="424688" cy="449072"/>
              <a:chOff x="0" y="0"/>
              <a:chExt cx="424688" cy="449072"/>
            </a:xfrm>
          </p:grpSpPr>
          <p:sp>
            <p:nvSpPr>
              <p:cNvPr name="Freeform 483" id="48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84" id="484"/>
            <p:cNvGrpSpPr/>
            <p:nvPr/>
          </p:nvGrpSpPr>
          <p:grpSpPr>
            <a:xfrm rot="0">
              <a:off x="11521097" y="2872232"/>
              <a:ext cx="424688" cy="449072"/>
              <a:chOff x="0" y="0"/>
              <a:chExt cx="424688" cy="449072"/>
            </a:xfrm>
          </p:grpSpPr>
          <p:sp>
            <p:nvSpPr>
              <p:cNvPr name="Freeform 485" id="48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86" id="486"/>
            <p:cNvGrpSpPr/>
            <p:nvPr/>
          </p:nvGrpSpPr>
          <p:grpSpPr>
            <a:xfrm rot="0">
              <a:off x="11984393" y="2872232"/>
              <a:ext cx="424688" cy="449072"/>
              <a:chOff x="0" y="0"/>
              <a:chExt cx="424688" cy="449072"/>
            </a:xfrm>
          </p:grpSpPr>
          <p:sp>
            <p:nvSpPr>
              <p:cNvPr name="Freeform 487" id="48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88" id="488"/>
            <p:cNvGrpSpPr/>
            <p:nvPr/>
          </p:nvGrpSpPr>
          <p:grpSpPr>
            <a:xfrm rot="0">
              <a:off x="12447689" y="2872232"/>
              <a:ext cx="424688" cy="449072"/>
              <a:chOff x="0" y="0"/>
              <a:chExt cx="424688" cy="449072"/>
            </a:xfrm>
          </p:grpSpPr>
          <p:sp>
            <p:nvSpPr>
              <p:cNvPr name="Freeform 489" id="48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90" id="490"/>
            <p:cNvGrpSpPr/>
            <p:nvPr/>
          </p:nvGrpSpPr>
          <p:grpSpPr>
            <a:xfrm rot="0">
              <a:off x="12910985" y="2872232"/>
              <a:ext cx="424688" cy="449072"/>
              <a:chOff x="0" y="0"/>
              <a:chExt cx="424688" cy="449072"/>
            </a:xfrm>
          </p:grpSpPr>
          <p:sp>
            <p:nvSpPr>
              <p:cNvPr name="Freeform 491" id="49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92" id="492"/>
            <p:cNvGrpSpPr/>
            <p:nvPr/>
          </p:nvGrpSpPr>
          <p:grpSpPr>
            <a:xfrm rot="0">
              <a:off x="13374281" y="2872232"/>
              <a:ext cx="424688" cy="449072"/>
              <a:chOff x="0" y="0"/>
              <a:chExt cx="424688" cy="449072"/>
            </a:xfrm>
          </p:grpSpPr>
          <p:sp>
            <p:nvSpPr>
              <p:cNvPr name="Freeform 493" id="49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94" id="494"/>
            <p:cNvGrpSpPr/>
            <p:nvPr/>
          </p:nvGrpSpPr>
          <p:grpSpPr>
            <a:xfrm rot="0">
              <a:off x="13837577" y="2872232"/>
              <a:ext cx="424688" cy="449072"/>
              <a:chOff x="0" y="0"/>
              <a:chExt cx="424688" cy="449072"/>
            </a:xfrm>
          </p:grpSpPr>
          <p:sp>
            <p:nvSpPr>
              <p:cNvPr name="Freeform 495" id="49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96" id="496"/>
            <p:cNvGrpSpPr/>
            <p:nvPr/>
          </p:nvGrpSpPr>
          <p:grpSpPr>
            <a:xfrm rot="0">
              <a:off x="14300873" y="2872232"/>
              <a:ext cx="424688" cy="449072"/>
              <a:chOff x="0" y="0"/>
              <a:chExt cx="424688" cy="449072"/>
            </a:xfrm>
          </p:grpSpPr>
          <p:sp>
            <p:nvSpPr>
              <p:cNvPr name="Freeform 497" id="49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498" id="498"/>
            <p:cNvGrpSpPr/>
            <p:nvPr/>
          </p:nvGrpSpPr>
          <p:grpSpPr>
            <a:xfrm rot="0">
              <a:off x="14764169" y="2872232"/>
              <a:ext cx="424688" cy="449072"/>
              <a:chOff x="0" y="0"/>
              <a:chExt cx="424688" cy="449072"/>
            </a:xfrm>
          </p:grpSpPr>
          <p:sp>
            <p:nvSpPr>
              <p:cNvPr name="Freeform 499" id="49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500" id="500"/>
            <p:cNvGrpSpPr/>
            <p:nvPr/>
          </p:nvGrpSpPr>
          <p:grpSpPr>
            <a:xfrm rot="0">
              <a:off x="7814729" y="3359912"/>
              <a:ext cx="424688" cy="449072"/>
              <a:chOff x="0" y="0"/>
              <a:chExt cx="424688" cy="449072"/>
            </a:xfrm>
          </p:grpSpPr>
          <p:sp>
            <p:nvSpPr>
              <p:cNvPr name="Freeform 501" id="50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502" id="502"/>
            <p:cNvGrpSpPr/>
            <p:nvPr/>
          </p:nvGrpSpPr>
          <p:grpSpPr>
            <a:xfrm rot="0">
              <a:off x="8278025" y="3359912"/>
              <a:ext cx="424688" cy="449072"/>
              <a:chOff x="0" y="0"/>
              <a:chExt cx="424688" cy="449072"/>
            </a:xfrm>
          </p:grpSpPr>
          <p:sp>
            <p:nvSpPr>
              <p:cNvPr name="Freeform 503" id="50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04" id="504"/>
            <p:cNvGrpSpPr/>
            <p:nvPr/>
          </p:nvGrpSpPr>
          <p:grpSpPr>
            <a:xfrm rot="0">
              <a:off x="8741321" y="3359912"/>
              <a:ext cx="424688" cy="449072"/>
              <a:chOff x="0" y="0"/>
              <a:chExt cx="424688" cy="449072"/>
            </a:xfrm>
          </p:grpSpPr>
          <p:sp>
            <p:nvSpPr>
              <p:cNvPr name="Freeform 505" id="50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06" id="506"/>
            <p:cNvGrpSpPr/>
            <p:nvPr/>
          </p:nvGrpSpPr>
          <p:grpSpPr>
            <a:xfrm rot="0">
              <a:off x="9204617" y="3359912"/>
              <a:ext cx="424688" cy="449072"/>
              <a:chOff x="0" y="0"/>
              <a:chExt cx="424688" cy="449072"/>
            </a:xfrm>
          </p:grpSpPr>
          <p:sp>
            <p:nvSpPr>
              <p:cNvPr name="Freeform 507" id="50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08" id="508"/>
            <p:cNvGrpSpPr/>
            <p:nvPr/>
          </p:nvGrpSpPr>
          <p:grpSpPr>
            <a:xfrm rot="0">
              <a:off x="9667913" y="3359912"/>
              <a:ext cx="424688" cy="449072"/>
              <a:chOff x="0" y="0"/>
              <a:chExt cx="424688" cy="449072"/>
            </a:xfrm>
          </p:grpSpPr>
          <p:sp>
            <p:nvSpPr>
              <p:cNvPr name="Freeform 509" id="50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10" id="510"/>
            <p:cNvGrpSpPr/>
            <p:nvPr/>
          </p:nvGrpSpPr>
          <p:grpSpPr>
            <a:xfrm rot="0">
              <a:off x="10131209" y="3359912"/>
              <a:ext cx="424688" cy="449072"/>
              <a:chOff x="0" y="0"/>
              <a:chExt cx="424688" cy="449072"/>
            </a:xfrm>
          </p:grpSpPr>
          <p:sp>
            <p:nvSpPr>
              <p:cNvPr name="Freeform 511" id="51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12" id="512"/>
            <p:cNvGrpSpPr/>
            <p:nvPr/>
          </p:nvGrpSpPr>
          <p:grpSpPr>
            <a:xfrm rot="0">
              <a:off x="10594505" y="3359912"/>
              <a:ext cx="424688" cy="449072"/>
              <a:chOff x="0" y="0"/>
              <a:chExt cx="424688" cy="449072"/>
            </a:xfrm>
          </p:grpSpPr>
          <p:sp>
            <p:nvSpPr>
              <p:cNvPr name="Freeform 513" id="51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14" id="514"/>
            <p:cNvGrpSpPr/>
            <p:nvPr/>
          </p:nvGrpSpPr>
          <p:grpSpPr>
            <a:xfrm rot="0">
              <a:off x="11057801" y="3359912"/>
              <a:ext cx="424688" cy="449072"/>
              <a:chOff x="0" y="0"/>
              <a:chExt cx="424688" cy="449072"/>
            </a:xfrm>
          </p:grpSpPr>
          <p:sp>
            <p:nvSpPr>
              <p:cNvPr name="Freeform 515" id="51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16" id="516"/>
            <p:cNvGrpSpPr/>
            <p:nvPr/>
          </p:nvGrpSpPr>
          <p:grpSpPr>
            <a:xfrm rot="0">
              <a:off x="11521097" y="3359912"/>
              <a:ext cx="424688" cy="449072"/>
              <a:chOff x="0" y="0"/>
              <a:chExt cx="424688" cy="449072"/>
            </a:xfrm>
          </p:grpSpPr>
          <p:sp>
            <p:nvSpPr>
              <p:cNvPr name="Freeform 517" id="51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18" id="518"/>
            <p:cNvGrpSpPr/>
            <p:nvPr/>
          </p:nvGrpSpPr>
          <p:grpSpPr>
            <a:xfrm rot="0">
              <a:off x="11984393" y="3359912"/>
              <a:ext cx="424688" cy="449072"/>
              <a:chOff x="0" y="0"/>
              <a:chExt cx="424688" cy="449072"/>
            </a:xfrm>
          </p:grpSpPr>
          <p:sp>
            <p:nvSpPr>
              <p:cNvPr name="Freeform 519" id="51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20" id="520"/>
            <p:cNvGrpSpPr/>
            <p:nvPr/>
          </p:nvGrpSpPr>
          <p:grpSpPr>
            <a:xfrm rot="0">
              <a:off x="12447689" y="3359912"/>
              <a:ext cx="424688" cy="449072"/>
              <a:chOff x="0" y="0"/>
              <a:chExt cx="424688" cy="449072"/>
            </a:xfrm>
          </p:grpSpPr>
          <p:sp>
            <p:nvSpPr>
              <p:cNvPr name="Freeform 521" id="52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22" id="522"/>
            <p:cNvGrpSpPr/>
            <p:nvPr/>
          </p:nvGrpSpPr>
          <p:grpSpPr>
            <a:xfrm rot="0">
              <a:off x="12910985" y="3359912"/>
              <a:ext cx="424688" cy="449072"/>
              <a:chOff x="0" y="0"/>
              <a:chExt cx="424688" cy="449072"/>
            </a:xfrm>
          </p:grpSpPr>
          <p:sp>
            <p:nvSpPr>
              <p:cNvPr name="Freeform 523" id="52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24" id="524"/>
            <p:cNvGrpSpPr/>
            <p:nvPr/>
          </p:nvGrpSpPr>
          <p:grpSpPr>
            <a:xfrm rot="0">
              <a:off x="13374281" y="3359912"/>
              <a:ext cx="424688" cy="449072"/>
              <a:chOff x="0" y="0"/>
              <a:chExt cx="424688" cy="449072"/>
            </a:xfrm>
          </p:grpSpPr>
          <p:sp>
            <p:nvSpPr>
              <p:cNvPr name="Freeform 525" id="52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26" id="526"/>
            <p:cNvGrpSpPr/>
            <p:nvPr/>
          </p:nvGrpSpPr>
          <p:grpSpPr>
            <a:xfrm rot="0">
              <a:off x="13837577" y="3359912"/>
              <a:ext cx="424688" cy="449072"/>
              <a:chOff x="0" y="0"/>
              <a:chExt cx="424688" cy="449072"/>
            </a:xfrm>
          </p:grpSpPr>
          <p:sp>
            <p:nvSpPr>
              <p:cNvPr name="Freeform 527" id="52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28" id="528"/>
            <p:cNvGrpSpPr/>
            <p:nvPr/>
          </p:nvGrpSpPr>
          <p:grpSpPr>
            <a:xfrm rot="0">
              <a:off x="14300873" y="3359912"/>
              <a:ext cx="424688" cy="449072"/>
              <a:chOff x="0" y="0"/>
              <a:chExt cx="424688" cy="449072"/>
            </a:xfrm>
          </p:grpSpPr>
          <p:sp>
            <p:nvSpPr>
              <p:cNvPr name="Freeform 529" id="52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30" id="530"/>
            <p:cNvGrpSpPr/>
            <p:nvPr/>
          </p:nvGrpSpPr>
          <p:grpSpPr>
            <a:xfrm rot="0">
              <a:off x="14764169" y="3359912"/>
              <a:ext cx="424688" cy="449072"/>
              <a:chOff x="0" y="0"/>
              <a:chExt cx="424688" cy="449072"/>
            </a:xfrm>
          </p:grpSpPr>
          <p:sp>
            <p:nvSpPr>
              <p:cNvPr name="Freeform 531" id="53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532" id="532"/>
            <p:cNvGrpSpPr/>
            <p:nvPr/>
          </p:nvGrpSpPr>
          <p:grpSpPr>
            <a:xfrm rot="0">
              <a:off x="7814729" y="3847592"/>
              <a:ext cx="424688" cy="449072"/>
              <a:chOff x="0" y="0"/>
              <a:chExt cx="424688" cy="449072"/>
            </a:xfrm>
          </p:grpSpPr>
          <p:sp>
            <p:nvSpPr>
              <p:cNvPr name="Freeform 533" id="53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534" id="534"/>
            <p:cNvGrpSpPr/>
            <p:nvPr/>
          </p:nvGrpSpPr>
          <p:grpSpPr>
            <a:xfrm rot="0">
              <a:off x="8278025" y="3847592"/>
              <a:ext cx="424688" cy="449072"/>
              <a:chOff x="0" y="0"/>
              <a:chExt cx="424688" cy="449072"/>
            </a:xfrm>
          </p:grpSpPr>
          <p:sp>
            <p:nvSpPr>
              <p:cNvPr name="Freeform 535" id="53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36" id="536"/>
            <p:cNvGrpSpPr/>
            <p:nvPr/>
          </p:nvGrpSpPr>
          <p:grpSpPr>
            <a:xfrm rot="0">
              <a:off x="8741321" y="3847592"/>
              <a:ext cx="424688" cy="449072"/>
              <a:chOff x="0" y="0"/>
              <a:chExt cx="424688" cy="449072"/>
            </a:xfrm>
          </p:grpSpPr>
          <p:sp>
            <p:nvSpPr>
              <p:cNvPr name="Freeform 537" id="53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38" id="538"/>
            <p:cNvGrpSpPr/>
            <p:nvPr/>
          </p:nvGrpSpPr>
          <p:grpSpPr>
            <a:xfrm rot="0">
              <a:off x="9204617" y="3847592"/>
              <a:ext cx="424688" cy="449072"/>
              <a:chOff x="0" y="0"/>
              <a:chExt cx="424688" cy="449072"/>
            </a:xfrm>
          </p:grpSpPr>
          <p:sp>
            <p:nvSpPr>
              <p:cNvPr name="Freeform 539" id="53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40" id="540"/>
            <p:cNvGrpSpPr/>
            <p:nvPr/>
          </p:nvGrpSpPr>
          <p:grpSpPr>
            <a:xfrm rot="0">
              <a:off x="9667913" y="3847592"/>
              <a:ext cx="424688" cy="449072"/>
              <a:chOff x="0" y="0"/>
              <a:chExt cx="424688" cy="449072"/>
            </a:xfrm>
          </p:grpSpPr>
          <p:sp>
            <p:nvSpPr>
              <p:cNvPr name="Freeform 541" id="54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42" id="542"/>
            <p:cNvGrpSpPr/>
            <p:nvPr/>
          </p:nvGrpSpPr>
          <p:grpSpPr>
            <a:xfrm rot="0">
              <a:off x="10131209" y="3847592"/>
              <a:ext cx="424688" cy="449072"/>
              <a:chOff x="0" y="0"/>
              <a:chExt cx="424688" cy="449072"/>
            </a:xfrm>
          </p:grpSpPr>
          <p:sp>
            <p:nvSpPr>
              <p:cNvPr name="Freeform 543" id="54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44" id="544"/>
            <p:cNvGrpSpPr/>
            <p:nvPr/>
          </p:nvGrpSpPr>
          <p:grpSpPr>
            <a:xfrm rot="0">
              <a:off x="10594505" y="3847592"/>
              <a:ext cx="424688" cy="449072"/>
              <a:chOff x="0" y="0"/>
              <a:chExt cx="424688" cy="449072"/>
            </a:xfrm>
          </p:grpSpPr>
          <p:sp>
            <p:nvSpPr>
              <p:cNvPr name="Freeform 545" id="54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46" id="546"/>
            <p:cNvGrpSpPr/>
            <p:nvPr/>
          </p:nvGrpSpPr>
          <p:grpSpPr>
            <a:xfrm rot="0">
              <a:off x="11057801" y="3847592"/>
              <a:ext cx="424688" cy="449072"/>
              <a:chOff x="0" y="0"/>
              <a:chExt cx="424688" cy="449072"/>
            </a:xfrm>
          </p:grpSpPr>
          <p:sp>
            <p:nvSpPr>
              <p:cNvPr name="Freeform 547" id="54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48" id="548"/>
            <p:cNvGrpSpPr/>
            <p:nvPr/>
          </p:nvGrpSpPr>
          <p:grpSpPr>
            <a:xfrm rot="0">
              <a:off x="11521097" y="3847592"/>
              <a:ext cx="424688" cy="449072"/>
              <a:chOff x="0" y="0"/>
              <a:chExt cx="424688" cy="449072"/>
            </a:xfrm>
          </p:grpSpPr>
          <p:sp>
            <p:nvSpPr>
              <p:cNvPr name="Freeform 549" id="54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50" id="550"/>
            <p:cNvGrpSpPr/>
            <p:nvPr/>
          </p:nvGrpSpPr>
          <p:grpSpPr>
            <a:xfrm rot="0">
              <a:off x="11984393" y="3847592"/>
              <a:ext cx="424688" cy="449072"/>
              <a:chOff x="0" y="0"/>
              <a:chExt cx="424688" cy="449072"/>
            </a:xfrm>
          </p:grpSpPr>
          <p:sp>
            <p:nvSpPr>
              <p:cNvPr name="Freeform 551" id="55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52" id="552"/>
            <p:cNvGrpSpPr/>
            <p:nvPr/>
          </p:nvGrpSpPr>
          <p:grpSpPr>
            <a:xfrm rot="0">
              <a:off x="12447689" y="3847592"/>
              <a:ext cx="424688" cy="449072"/>
              <a:chOff x="0" y="0"/>
              <a:chExt cx="424688" cy="449072"/>
            </a:xfrm>
          </p:grpSpPr>
          <p:sp>
            <p:nvSpPr>
              <p:cNvPr name="Freeform 553" id="55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54" id="554"/>
            <p:cNvGrpSpPr/>
            <p:nvPr/>
          </p:nvGrpSpPr>
          <p:grpSpPr>
            <a:xfrm rot="0">
              <a:off x="12910985" y="3847592"/>
              <a:ext cx="424688" cy="449072"/>
              <a:chOff x="0" y="0"/>
              <a:chExt cx="424688" cy="449072"/>
            </a:xfrm>
          </p:grpSpPr>
          <p:sp>
            <p:nvSpPr>
              <p:cNvPr name="Freeform 555" id="55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56" id="556"/>
            <p:cNvGrpSpPr/>
            <p:nvPr/>
          </p:nvGrpSpPr>
          <p:grpSpPr>
            <a:xfrm rot="0">
              <a:off x="13374281" y="3847592"/>
              <a:ext cx="424688" cy="449072"/>
              <a:chOff x="0" y="0"/>
              <a:chExt cx="424688" cy="449072"/>
            </a:xfrm>
          </p:grpSpPr>
          <p:sp>
            <p:nvSpPr>
              <p:cNvPr name="Freeform 557" id="55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58" id="558"/>
            <p:cNvGrpSpPr/>
            <p:nvPr/>
          </p:nvGrpSpPr>
          <p:grpSpPr>
            <a:xfrm rot="0">
              <a:off x="13837577" y="3847592"/>
              <a:ext cx="424688" cy="449072"/>
              <a:chOff x="0" y="0"/>
              <a:chExt cx="424688" cy="449072"/>
            </a:xfrm>
          </p:grpSpPr>
          <p:sp>
            <p:nvSpPr>
              <p:cNvPr name="Freeform 559" id="55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60" id="560"/>
            <p:cNvGrpSpPr/>
            <p:nvPr/>
          </p:nvGrpSpPr>
          <p:grpSpPr>
            <a:xfrm rot="0">
              <a:off x="14300873" y="3847592"/>
              <a:ext cx="424688" cy="449072"/>
              <a:chOff x="0" y="0"/>
              <a:chExt cx="424688" cy="449072"/>
            </a:xfrm>
          </p:grpSpPr>
          <p:sp>
            <p:nvSpPr>
              <p:cNvPr name="Freeform 561" id="56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62" id="562"/>
            <p:cNvGrpSpPr/>
            <p:nvPr/>
          </p:nvGrpSpPr>
          <p:grpSpPr>
            <a:xfrm rot="0">
              <a:off x="14764169" y="3847592"/>
              <a:ext cx="424688" cy="449072"/>
              <a:chOff x="0" y="0"/>
              <a:chExt cx="424688" cy="449072"/>
            </a:xfrm>
          </p:grpSpPr>
          <p:sp>
            <p:nvSpPr>
              <p:cNvPr name="Freeform 563" id="56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564" id="564"/>
            <p:cNvGrpSpPr/>
            <p:nvPr/>
          </p:nvGrpSpPr>
          <p:grpSpPr>
            <a:xfrm rot="0">
              <a:off x="7814729" y="4335272"/>
              <a:ext cx="424688" cy="449072"/>
              <a:chOff x="0" y="0"/>
              <a:chExt cx="424688" cy="449072"/>
            </a:xfrm>
          </p:grpSpPr>
          <p:sp>
            <p:nvSpPr>
              <p:cNvPr name="Freeform 565" id="56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566" id="566"/>
            <p:cNvGrpSpPr/>
            <p:nvPr/>
          </p:nvGrpSpPr>
          <p:grpSpPr>
            <a:xfrm rot="0">
              <a:off x="8278025" y="4335272"/>
              <a:ext cx="424688" cy="449072"/>
              <a:chOff x="0" y="0"/>
              <a:chExt cx="424688" cy="449072"/>
            </a:xfrm>
          </p:grpSpPr>
          <p:sp>
            <p:nvSpPr>
              <p:cNvPr name="Freeform 567" id="56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68" id="568"/>
            <p:cNvGrpSpPr/>
            <p:nvPr/>
          </p:nvGrpSpPr>
          <p:grpSpPr>
            <a:xfrm rot="0">
              <a:off x="8741321" y="4335272"/>
              <a:ext cx="424688" cy="449072"/>
              <a:chOff x="0" y="0"/>
              <a:chExt cx="424688" cy="449072"/>
            </a:xfrm>
          </p:grpSpPr>
          <p:sp>
            <p:nvSpPr>
              <p:cNvPr name="Freeform 569" id="56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70" id="570"/>
            <p:cNvGrpSpPr/>
            <p:nvPr/>
          </p:nvGrpSpPr>
          <p:grpSpPr>
            <a:xfrm rot="0">
              <a:off x="9204617" y="4335272"/>
              <a:ext cx="424688" cy="449072"/>
              <a:chOff x="0" y="0"/>
              <a:chExt cx="424688" cy="449072"/>
            </a:xfrm>
          </p:grpSpPr>
          <p:sp>
            <p:nvSpPr>
              <p:cNvPr name="Freeform 571" id="57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72" id="572"/>
            <p:cNvGrpSpPr/>
            <p:nvPr/>
          </p:nvGrpSpPr>
          <p:grpSpPr>
            <a:xfrm rot="0">
              <a:off x="9667913" y="4335272"/>
              <a:ext cx="424688" cy="449072"/>
              <a:chOff x="0" y="0"/>
              <a:chExt cx="424688" cy="449072"/>
            </a:xfrm>
          </p:grpSpPr>
          <p:sp>
            <p:nvSpPr>
              <p:cNvPr name="Freeform 573" id="57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74" id="574"/>
            <p:cNvGrpSpPr/>
            <p:nvPr/>
          </p:nvGrpSpPr>
          <p:grpSpPr>
            <a:xfrm rot="0">
              <a:off x="10131209" y="4335272"/>
              <a:ext cx="424688" cy="449072"/>
              <a:chOff x="0" y="0"/>
              <a:chExt cx="424688" cy="449072"/>
            </a:xfrm>
          </p:grpSpPr>
          <p:sp>
            <p:nvSpPr>
              <p:cNvPr name="Freeform 575" id="57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76" id="576"/>
            <p:cNvGrpSpPr/>
            <p:nvPr/>
          </p:nvGrpSpPr>
          <p:grpSpPr>
            <a:xfrm rot="0">
              <a:off x="10594505" y="4335272"/>
              <a:ext cx="424688" cy="449072"/>
              <a:chOff x="0" y="0"/>
              <a:chExt cx="424688" cy="449072"/>
            </a:xfrm>
          </p:grpSpPr>
          <p:sp>
            <p:nvSpPr>
              <p:cNvPr name="Freeform 577" id="57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78" id="578"/>
            <p:cNvGrpSpPr/>
            <p:nvPr/>
          </p:nvGrpSpPr>
          <p:grpSpPr>
            <a:xfrm rot="0">
              <a:off x="11057801" y="4335272"/>
              <a:ext cx="424688" cy="449072"/>
              <a:chOff x="0" y="0"/>
              <a:chExt cx="424688" cy="449072"/>
            </a:xfrm>
          </p:grpSpPr>
          <p:sp>
            <p:nvSpPr>
              <p:cNvPr name="Freeform 579" id="57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80" id="580"/>
            <p:cNvGrpSpPr/>
            <p:nvPr/>
          </p:nvGrpSpPr>
          <p:grpSpPr>
            <a:xfrm rot="0">
              <a:off x="11521097" y="4335272"/>
              <a:ext cx="424688" cy="449072"/>
              <a:chOff x="0" y="0"/>
              <a:chExt cx="424688" cy="449072"/>
            </a:xfrm>
          </p:grpSpPr>
          <p:sp>
            <p:nvSpPr>
              <p:cNvPr name="Freeform 581" id="58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82" id="582"/>
            <p:cNvGrpSpPr/>
            <p:nvPr/>
          </p:nvGrpSpPr>
          <p:grpSpPr>
            <a:xfrm rot="0">
              <a:off x="11984393" y="4335272"/>
              <a:ext cx="424688" cy="449072"/>
              <a:chOff x="0" y="0"/>
              <a:chExt cx="424688" cy="449072"/>
            </a:xfrm>
          </p:grpSpPr>
          <p:sp>
            <p:nvSpPr>
              <p:cNvPr name="Freeform 583" id="58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84" id="584"/>
            <p:cNvGrpSpPr/>
            <p:nvPr/>
          </p:nvGrpSpPr>
          <p:grpSpPr>
            <a:xfrm rot="0">
              <a:off x="12447689" y="4335272"/>
              <a:ext cx="424688" cy="449072"/>
              <a:chOff x="0" y="0"/>
              <a:chExt cx="424688" cy="449072"/>
            </a:xfrm>
          </p:grpSpPr>
          <p:sp>
            <p:nvSpPr>
              <p:cNvPr name="Freeform 585" id="58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86" id="586"/>
            <p:cNvGrpSpPr/>
            <p:nvPr/>
          </p:nvGrpSpPr>
          <p:grpSpPr>
            <a:xfrm rot="0">
              <a:off x="12910985" y="4335272"/>
              <a:ext cx="424688" cy="449072"/>
              <a:chOff x="0" y="0"/>
              <a:chExt cx="424688" cy="449072"/>
            </a:xfrm>
          </p:grpSpPr>
          <p:sp>
            <p:nvSpPr>
              <p:cNvPr name="Freeform 587" id="58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88" id="588"/>
            <p:cNvGrpSpPr/>
            <p:nvPr/>
          </p:nvGrpSpPr>
          <p:grpSpPr>
            <a:xfrm rot="0">
              <a:off x="13374281" y="4335272"/>
              <a:ext cx="424688" cy="449072"/>
              <a:chOff x="0" y="0"/>
              <a:chExt cx="424688" cy="449072"/>
            </a:xfrm>
          </p:grpSpPr>
          <p:sp>
            <p:nvSpPr>
              <p:cNvPr name="Freeform 589" id="58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90" id="590"/>
            <p:cNvGrpSpPr/>
            <p:nvPr/>
          </p:nvGrpSpPr>
          <p:grpSpPr>
            <a:xfrm rot="0">
              <a:off x="13837577" y="4335272"/>
              <a:ext cx="424688" cy="449072"/>
              <a:chOff x="0" y="0"/>
              <a:chExt cx="424688" cy="449072"/>
            </a:xfrm>
          </p:grpSpPr>
          <p:sp>
            <p:nvSpPr>
              <p:cNvPr name="Freeform 591" id="59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92" id="592"/>
            <p:cNvGrpSpPr/>
            <p:nvPr/>
          </p:nvGrpSpPr>
          <p:grpSpPr>
            <a:xfrm rot="0">
              <a:off x="14300873" y="4335272"/>
              <a:ext cx="424688" cy="449072"/>
              <a:chOff x="0" y="0"/>
              <a:chExt cx="424688" cy="449072"/>
            </a:xfrm>
          </p:grpSpPr>
          <p:sp>
            <p:nvSpPr>
              <p:cNvPr name="Freeform 593" id="59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594" id="594"/>
            <p:cNvGrpSpPr/>
            <p:nvPr/>
          </p:nvGrpSpPr>
          <p:grpSpPr>
            <a:xfrm rot="0">
              <a:off x="14764169" y="4335272"/>
              <a:ext cx="424688" cy="449072"/>
              <a:chOff x="0" y="0"/>
              <a:chExt cx="424688" cy="449072"/>
            </a:xfrm>
          </p:grpSpPr>
          <p:sp>
            <p:nvSpPr>
              <p:cNvPr name="Freeform 595" id="59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596" id="596"/>
            <p:cNvGrpSpPr/>
            <p:nvPr/>
          </p:nvGrpSpPr>
          <p:grpSpPr>
            <a:xfrm rot="0">
              <a:off x="7814729" y="4822952"/>
              <a:ext cx="424688" cy="449072"/>
              <a:chOff x="0" y="0"/>
              <a:chExt cx="424688" cy="449072"/>
            </a:xfrm>
          </p:grpSpPr>
          <p:sp>
            <p:nvSpPr>
              <p:cNvPr name="Freeform 597" id="59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598" id="598"/>
            <p:cNvGrpSpPr/>
            <p:nvPr/>
          </p:nvGrpSpPr>
          <p:grpSpPr>
            <a:xfrm rot="0">
              <a:off x="8278025" y="4822952"/>
              <a:ext cx="424688" cy="449072"/>
              <a:chOff x="0" y="0"/>
              <a:chExt cx="424688" cy="449072"/>
            </a:xfrm>
          </p:grpSpPr>
          <p:sp>
            <p:nvSpPr>
              <p:cNvPr name="Freeform 599" id="59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00" id="600"/>
            <p:cNvGrpSpPr/>
            <p:nvPr/>
          </p:nvGrpSpPr>
          <p:grpSpPr>
            <a:xfrm rot="0">
              <a:off x="8741321" y="4822952"/>
              <a:ext cx="424688" cy="449072"/>
              <a:chOff x="0" y="0"/>
              <a:chExt cx="424688" cy="449072"/>
            </a:xfrm>
          </p:grpSpPr>
          <p:sp>
            <p:nvSpPr>
              <p:cNvPr name="Freeform 601" id="60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02" id="602"/>
            <p:cNvGrpSpPr/>
            <p:nvPr/>
          </p:nvGrpSpPr>
          <p:grpSpPr>
            <a:xfrm rot="0">
              <a:off x="9204617" y="4822952"/>
              <a:ext cx="424688" cy="449072"/>
              <a:chOff x="0" y="0"/>
              <a:chExt cx="424688" cy="449072"/>
            </a:xfrm>
          </p:grpSpPr>
          <p:sp>
            <p:nvSpPr>
              <p:cNvPr name="Freeform 603" id="60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04" id="604"/>
            <p:cNvGrpSpPr/>
            <p:nvPr/>
          </p:nvGrpSpPr>
          <p:grpSpPr>
            <a:xfrm rot="0">
              <a:off x="9667913" y="4822952"/>
              <a:ext cx="424688" cy="449072"/>
              <a:chOff x="0" y="0"/>
              <a:chExt cx="424688" cy="449072"/>
            </a:xfrm>
          </p:grpSpPr>
          <p:sp>
            <p:nvSpPr>
              <p:cNvPr name="Freeform 605" id="60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06" id="606"/>
            <p:cNvGrpSpPr/>
            <p:nvPr/>
          </p:nvGrpSpPr>
          <p:grpSpPr>
            <a:xfrm rot="0">
              <a:off x="10131209" y="4822952"/>
              <a:ext cx="424688" cy="449072"/>
              <a:chOff x="0" y="0"/>
              <a:chExt cx="424688" cy="449072"/>
            </a:xfrm>
          </p:grpSpPr>
          <p:sp>
            <p:nvSpPr>
              <p:cNvPr name="Freeform 607" id="60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08" id="608"/>
            <p:cNvGrpSpPr/>
            <p:nvPr/>
          </p:nvGrpSpPr>
          <p:grpSpPr>
            <a:xfrm rot="0">
              <a:off x="10594505" y="4822952"/>
              <a:ext cx="424688" cy="449072"/>
              <a:chOff x="0" y="0"/>
              <a:chExt cx="424688" cy="449072"/>
            </a:xfrm>
          </p:grpSpPr>
          <p:sp>
            <p:nvSpPr>
              <p:cNvPr name="Freeform 609" id="60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10" id="610"/>
            <p:cNvGrpSpPr/>
            <p:nvPr/>
          </p:nvGrpSpPr>
          <p:grpSpPr>
            <a:xfrm rot="0">
              <a:off x="11057801" y="4822952"/>
              <a:ext cx="424688" cy="449072"/>
              <a:chOff x="0" y="0"/>
              <a:chExt cx="424688" cy="449072"/>
            </a:xfrm>
          </p:grpSpPr>
          <p:sp>
            <p:nvSpPr>
              <p:cNvPr name="Freeform 611" id="61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12" id="612"/>
            <p:cNvGrpSpPr/>
            <p:nvPr/>
          </p:nvGrpSpPr>
          <p:grpSpPr>
            <a:xfrm rot="0">
              <a:off x="11521097" y="4822952"/>
              <a:ext cx="424688" cy="449072"/>
              <a:chOff x="0" y="0"/>
              <a:chExt cx="424688" cy="449072"/>
            </a:xfrm>
          </p:grpSpPr>
          <p:sp>
            <p:nvSpPr>
              <p:cNvPr name="Freeform 613" id="61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14" id="614"/>
            <p:cNvGrpSpPr/>
            <p:nvPr/>
          </p:nvGrpSpPr>
          <p:grpSpPr>
            <a:xfrm rot="0">
              <a:off x="11984393" y="4822952"/>
              <a:ext cx="424688" cy="449072"/>
              <a:chOff x="0" y="0"/>
              <a:chExt cx="424688" cy="449072"/>
            </a:xfrm>
          </p:grpSpPr>
          <p:sp>
            <p:nvSpPr>
              <p:cNvPr name="Freeform 615" id="61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16" id="616"/>
            <p:cNvGrpSpPr/>
            <p:nvPr/>
          </p:nvGrpSpPr>
          <p:grpSpPr>
            <a:xfrm rot="0">
              <a:off x="12447689" y="4822952"/>
              <a:ext cx="424688" cy="449072"/>
              <a:chOff x="0" y="0"/>
              <a:chExt cx="424688" cy="449072"/>
            </a:xfrm>
          </p:grpSpPr>
          <p:sp>
            <p:nvSpPr>
              <p:cNvPr name="Freeform 617" id="61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18" id="618"/>
            <p:cNvGrpSpPr/>
            <p:nvPr/>
          </p:nvGrpSpPr>
          <p:grpSpPr>
            <a:xfrm rot="0">
              <a:off x="12910985" y="4822952"/>
              <a:ext cx="424688" cy="449072"/>
              <a:chOff x="0" y="0"/>
              <a:chExt cx="424688" cy="449072"/>
            </a:xfrm>
          </p:grpSpPr>
          <p:sp>
            <p:nvSpPr>
              <p:cNvPr name="Freeform 619" id="61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20" id="620"/>
            <p:cNvGrpSpPr/>
            <p:nvPr/>
          </p:nvGrpSpPr>
          <p:grpSpPr>
            <a:xfrm rot="0">
              <a:off x="13374281" y="4822952"/>
              <a:ext cx="424688" cy="449072"/>
              <a:chOff x="0" y="0"/>
              <a:chExt cx="424688" cy="449072"/>
            </a:xfrm>
          </p:grpSpPr>
          <p:sp>
            <p:nvSpPr>
              <p:cNvPr name="Freeform 621" id="62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22" id="622"/>
            <p:cNvGrpSpPr/>
            <p:nvPr/>
          </p:nvGrpSpPr>
          <p:grpSpPr>
            <a:xfrm rot="0">
              <a:off x="13837577" y="4822952"/>
              <a:ext cx="424688" cy="449072"/>
              <a:chOff x="0" y="0"/>
              <a:chExt cx="424688" cy="449072"/>
            </a:xfrm>
          </p:grpSpPr>
          <p:sp>
            <p:nvSpPr>
              <p:cNvPr name="Freeform 623" id="62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24" id="624"/>
            <p:cNvGrpSpPr/>
            <p:nvPr/>
          </p:nvGrpSpPr>
          <p:grpSpPr>
            <a:xfrm rot="0">
              <a:off x="14300873" y="4822952"/>
              <a:ext cx="424688" cy="449072"/>
              <a:chOff x="0" y="0"/>
              <a:chExt cx="424688" cy="449072"/>
            </a:xfrm>
          </p:grpSpPr>
          <p:sp>
            <p:nvSpPr>
              <p:cNvPr name="Freeform 625" id="62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26" id="626"/>
            <p:cNvGrpSpPr/>
            <p:nvPr/>
          </p:nvGrpSpPr>
          <p:grpSpPr>
            <a:xfrm rot="0">
              <a:off x="14764169" y="4822952"/>
              <a:ext cx="424688" cy="449072"/>
              <a:chOff x="0" y="0"/>
              <a:chExt cx="424688" cy="449072"/>
            </a:xfrm>
          </p:grpSpPr>
          <p:sp>
            <p:nvSpPr>
              <p:cNvPr name="Freeform 627" id="62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28" id="628"/>
            <p:cNvGrpSpPr/>
            <p:nvPr/>
          </p:nvGrpSpPr>
          <p:grpSpPr>
            <a:xfrm rot="0">
              <a:off x="7814729" y="5310632"/>
              <a:ext cx="424688" cy="449072"/>
              <a:chOff x="0" y="0"/>
              <a:chExt cx="424688" cy="449072"/>
            </a:xfrm>
          </p:grpSpPr>
          <p:sp>
            <p:nvSpPr>
              <p:cNvPr name="Freeform 629" id="62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30" id="630"/>
            <p:cNvGrpSpPr/>
            <p:nvPr/>
          </p:nvGrpSpPr>
          <p:grpSpPr>
            <a:xfrm rot="0">
              <a:off x="8278025" y="5310632"/>
              <a:ext cx="424688" cy="449072"/>
              <a:chOff x="0" y="0"/>
              <a:chExt cx="424688" cy="449072"/>
            </a:xfrm>
          </p:grpSpPr>
          <p:sp>
            <p:nvSpPr>
              <p:cNvPr name="Freeform 631" id="63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32" id="632"/>
            <p:cNvGrpSpPr/>
            <p:nvPr/>
          </p:nvGrpSpPr>
          <p:grpSpPr>
            <a:xfrm rot="0">
              <a:off x="8741321" y="5310632"/>
              <a:ext cx="424688" cy="449072"/>
              <a:chOff x="0" y="0"/>
              <a:chExt cx="424688" cy="449072"/>
            </a:xfrm>
          </p:grpSpPr>
          <p:sp>
            <p:nvSpPr>
              <p:cNvPr name="Freeform 633" id="63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34" id="634"/>
            <p:cNvGrpSpPr/>
            <p:nvPr/>
          </p:nvGrpSpPr>
          <p:grpSpPr>
            <a:xfrm rot="0">
              <a:off x="9204617" y="5310632"/>
              <a:ext cx="424688" cy="449072"/>
              <a:chOff x="0" y="0"/>
              <a:chExt cx="424688" cy="449072"/>
            </a:xfrm>
          </p:grpSpPr>
          <p:sp>
            <p:nvSpPr>
              <p:cNvPr name="Freeform 635" id="63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36" id="636"/>
            <p:cNvGrpSpPr/>
            <p:nvPr/>
          </p:nvGrpSpPr>
          <p:grpSpPr>
            <a:xfrm rot="0">
              <a:off x="9667913" y="5310632"/>
              <a:ext cx="424688" cy="449072"/>
              <a:chOff x="0" y="0"/>
              <a:chExt cx="424688" cy="449072"/>
            </a:xfrm>
          </p:grpSpPr>
          <p:sp>
            <p:nvSpPr>
              <p:cNvPr name="Freeform 637" id="63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38" id="638"/>
            <p:cNvGrpSpPr/>
            <p:nvPr/>
          </p:nvGrpSpPr>
          <p:grpSpPr>
            <a:xfrm rot="0">
              <a:off x="10131209" y="5310632"/>
              <a:ext cx="424688" cy="449072"/>
              <a:chOff x="0" y="0"/>
              <a:chExt cx="424688" cy="449072"/>
            </a:xfrm>
          </p:grpSpPr>
          <p:sp>
            <p:nvSpPr>
              <p:cNvPr name="Freeform 639" id="63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40" id="640"/>
            <p:cNvGrpSpPr/>
            <p:nvPr/>
          </p:nvGrpSpPr>
          <p:grpSpPr>
            <a:xfrm rot="0">
              <a:off x="10594505" y="5310632"/>
              <a:ext cx="424688" cy="449072"/>
              <a:chOff x="0" y="0"/>
              <a:chExt cx="424688" cy="449072"/>
            </a:xfrm>
          </p:grpSpPr>
          <p:sp>
            <p:nvSpPr>
              <p:cNvPr name="Freeform 641" id="64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42" id="642"/>
            <p:cNvGrpSpPr/>
            <p:nvPr/>
          </p:nvGrpSpPr>
          <p:grpSpPr>
            <a:xfrm rot="0">
              <a:off x="11057801" y="5310632"/>
              <a:ext cx="424688" cy="449072"/>
              <a:chOff x="0" y="0"/>
              <a:chExt cx="424688" cy="449072"/>
            </a:xfrm>
          </p:grpSpPr>
          <p:sp>
            <p:nvSpPr>
              <p:cNvPr name="Freeform 643" id="64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44" id="644"/>
            <p:cNvGrpSpPr/>
            <p:nvPr/>
          </p:nvGrpSpPr>
          <p:grpSpPr>
            <a:xfrm rot="0">
              <a:off x="11521097" y="5310632"/>
              <a:ext cx="424688" cy="449072"/>
              <a:chOff x="0" y="0"/>
              <a:chExt cx="424688" cy="449072"/>
            </a:xfrm>
          </p:grpSpPr>
          <p:sp>
            <p:nvSpPr>
              <p:cNvPr name="Freeform 645" id="64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46" id="646"/>
            <p:cNvGrpSpPr/>
            <p:nvPr/>
          </p:nvGrpSpPr>
          <p:grpSpPr>
            <a:xfrm rot="0">
              <a:off x="11984393" y="5310632"/>
              <a:ext cx="424688" cy="449072"/>
              <a:chOff x="0" y="0"/>
              <a:chExt cx="424688" cy="449072"/>
            </a:xfrm>
          </p:grpSpPr>
          <p:sp>
            <p:nvSpPr>
              <p:cNvPr name="Freeform 647" id="64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48" id="648"/>
            <p:cNvGrpSpPr/>
            <p:nvPr/>
          </p:nvGrpSpPr>
          <p:grpSpPr>
            <a:xfrm rot="0">
              <a:off x="12447689" y="5310632"/>
              <a:ext cx="424688" cy="449072"/>
              <a:chOff x="0" y="0"/>
              <a:chExt cx="424688" cy="449072"/>
            </a:xfrm>
          </p:grpSpPr>
          <p:sp>
            <p:nvSpPr>
              <p:cNvPr name="Freeform 649" id="64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50" id="650"/>
            <p:cNvGrpSpPr/>
            <p:nvPr/>
          </p:nvGrpSpPr>
          <p:grpSpPr>
            <a:xfrm rot="0">
              <a:off x="12910985" y="5310632"/>
              <a:ext cx="424688" cy="449072"/>
              <a:chOff x="0" y="0"/>
              <a:chExt cx="424688" cy="449072"/>
            </a:xfrm>
          </p:grpSpPr>
          <p:sp>
            <p:nvSpPr>
              <p:cNvPr name="Freeform 651" id="65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52" id="652"/>
            <p:cNvGrpSpPr/>
            <p:nvPr/>
          </p:nvGrpSpPr>
          <p:grpSpPr>
            <a:xfrm rot="0">
              <a:off x="13374281" y="5310632"/>
              <a:ext cx="424688" cy="449072"/>
              <a:chOff x="0" y="0"/>
              <a:chExt cx="424688" cy="449072"/>
            </a:xfrm>
          </p:grpSpPr>
          <p:sp>
            <p:nvSpPr>
              <p:cNvPr name="Freeform 653" id="65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54" id="654"/>
            <p:cNvGrpSpPr/>
            <p:nvPr/>
          </p:nvGrpSpPr>
          <p:grpSpPr>
            <a:xfrm rot="0">
              <a:off x="13837577" y="5310632"/>
              <a:ext cx="424688" cy="449072"/>
              <a:chOff x="0" y="0"/>
              <a:chExt cx="424688" cy="449072"/>
            </a:xfrm>
          </p:grpSpPr>
          <p:sp>
            <p:nvSpPr>
              <p:cNvPr name="Freeform 655" id="65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56" id="656"/>
            <p:cNvGrpSpPr/>
            <p:nvPr/>
          </p:nvGrpSpPr>
          <p:grpSpPr>
            <a:xfrm rot="0">
              <a:off x="14300873" y="5310632"/>
              <a:ext cx="424688" cy="449072"/>
              <a:chOff x="0" y="0"/>
              <a:chExt cx="424688" cy="449072"/>
            </a:xfrm>
          </p:grpSpPr>
          <p:sp>
            <p:nvSpPr>
              <p:cNvPr name="Freeform 657" id="65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58" id="658"/>
            <p:cNvGrpSpPr/>
            <p:nvPr/>
          </p:nvGrpSpPr>
          <p:grpSpPr>
            <a:xfrm rot="0">
              <a:off x="14764169" y="5310632"/>
              <a:ext cx="424688" cy="449072"/>
              <a:chOff x="0" y="0"/>
              <a:chExt cx="424688" cy="449072"/>
            </a:xfrm>
          </p:grpSpPr>
          <p:sp>
            <p:nvSpPr>
              <p:cNvPr name="Freeform 659" id="65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60" id="660"/>
            <p:cNvGrpSpPr/>
            <p:nvPr/>
          </p:nvGrpSpPr>
          <p:grpSpPr>
            <a:xfrm rot="0">
              <a:off x="7802880" y="6030303"/>
              <a:ext cx="7446607" cy="2106511"/>
              <a:chOff x="0" y="0"/>
              <a:chExt cx="7446607" cy="2106511"/>
            </a:xfrm>
          </p:grpSpPr>
          <p:sp>
            <p:nvSpPr>
              <p:cNvPr name="Freeform 661" id="661"/>
              <p:cNvSpPr/>
              <p:nvPr/>
            </p:nvSpPr>
            <p:spPr>
              <a:xfrm flipH="false" flipV="false" rot="0">
                <a:off x="0" y="0"/>
                <a:ext cx="7446645" cy="2106549"/>
              </a:xfrm>
              <a:custGeom>
                <a:avLst/>
                <a:gdLst/>
                <a:ahLst/>
                <a:cxnLst/>
                <a:rect r="r" b="b" t="t" l="l"/>
                <a:pathLst>
                  <a:path h="2106549" w="7446645">
                    <a:moveTo>
                      <a:pt x="0" y="148717"/>
                    </a:moveTo>
                    <a:cubicBezTo>
                      <a:pt x="0" y="66548"/>
                      <a:pt x="66548" y="0"/>
                      <a:pt x="148717" y="0"/>
                    </a:cubicBezTo>
                    <a:lnTo>
                      <a:pt x="7297928" y="0"/>
                    </a:lnTo>
                    <a:cubicBezTo>
                      <a:pt x="7380097" y="0"/>
                      <a:pt x="7446645" y="66548"/>
                      <a:pt x="7446645" y="148717"/>
                    </a:cubicBezTo>
                    <a:lnTo>
                      <a:pt x="7446645" y="1957832"/>
                    </a:lnTo>
                    <a:cubicBezTo>
                      <a:pt x="7446645" y="2040001"/>
                      <a:pt x="7380097" y="2106549"/>
                      <a:pt x="7297928" y="2106549"/>
                    </a:cubicBezTo>
                    <a:lnTo>
                      <a:pt x="148717" y="2106549"/>
                    </a:lnTo>
                    <a:cubicBezTo>
                      <a:pt x="66548" y="2106549"/>
                      <a:pt x="0" y="2039874"/>
                      <a:pt x="0" y="1957832"/>
                    </a:cubicBezTo>
                    <a:close/>
                  </a:path>
                </a:pathLst>
              </a:custGeom>
              <a:solidFill>
                <a:srgbClr val="222222"/>
              </a:solidFill>
              <a:ln w="25400" cap="sq">
                <a:solidFill>
                  <a:srgbClr val="9CFFFF"/>
                </a:solidFill>
                <a:prstDash val="solid"/>
                <a:miter/>
              </a:ln>
            </p:spPr>
          </p:sp>
        </p:grpSp>
        <p:grpSp>
          <p:nvGrpSpPr>
            <p:cNvPr name="Group 662" id="662"/>
            <p:cNvGrpSpPr/>
            <p:nvPr/>
          </p:nvGrpSpPr>
          <p:grpSpPr>
            <a:xfrm rot="0">
              <a:off x="7941729" y="6291072"/>
              <a:ext cx="7168896" cy="1755648"/>
              <a:chOff x="0" y="0"/>
              <a:chExt cx="7168896" cy="1755648"/>
            </a:xfrm>
          </p:grpSpPr>
          <p:sp>
            <p:nvSpPr>
              <p:cNvPr name="Freeform 663" id="663"/>
              <p:cNvSpPr/>
              <p:nvPr/>
            </p:nvSpPr>
            <p:spPr>
              <a:xfrm flipH="false" flipV="false" rot="0">
                <a:off x="0" y="0"/>
                <a:ext cx="71688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7168896">
                    <a:moveTo>
                      <a:pt x="0" y="0"/>
                    </a:moveTo>
                    <a:lnTo>
                      <a:pt x="7168896" y="0"/>
                    </a:lnTo>
                    <a:lnTo>
                      <a:pt x="71688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9563" r="0" b="-29563"/>
                </a:stretch>
              </a:blipFill>
            </p:spPr>
          </p:sp>
          <p:sp>
            <p:nvSpPr>
              <p:cNvPr name="TextBox 664" id="664"/>
              <p:cNvSpPr txBox="true"/>
              <p:nvPr/>
            </p:nvSpPr>
            <p:spPr>
              <a:xfrm>
                <a:off x="0" y="-9525"/>
                <a:ext cx="7168896" cy="17651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0" indent="0" lvl="0">
                  <a:lnSpc>
                    <a:spcPts val="2879"/>
                  </a:lnSpc>
                  <a:spcBef>
                    <a:spcPct val="0"/>
                  </a:spcBef>
                </a:pPr>
                <a:r>
                  <a:rPr lang="en-US" sz="2399" strike="noStrike" u="none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setPixel(0, c, 255)</a:t>
                </a:r>
              </a:p>
              <a:p>
                <a:pPr algn="l" marL="0" indent="0" lvl="0">
                  <a:lnSpc>
                    <a:spcPts val="2879"/>
                  </a:lnSpc>
                  <a:spcBef>
                    <a:spcPct val="0"/>
                  </a:spcBef>
                </a:pPr>
                <a:r>
                  <a:rPr lang="en-US" sz="2399" strike="noStrike" u="none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setPixel(ROWS-1, c, 255)</a:t>
                </a:r>
              </a:p>
            </p:txBody>
          </p:sp>
        </p:grpSp>
        <p:grpSp>
          <p:nvGrpSpPr>
            <p:cNvPr name="Group 665" id="665"/>
            <p:cNvGrpSpPr/>
            <p:nvPr/>
          </p:nvGrpSpPr>
          <p:grpSpPr>
            <a:xfrm rot="0">
              <a:off x="15622689" y="0"/>
              <a:ext cx="7412736" cy="780288"/>
              <a:chOff x="0" y="0"/>
              <a:chExt cx="7412736" cy="780288"/>
            </a:xfrm>
          </p:grpSpPr>
          <p:sp>
            <p:nvSpPr>
              <p:cNvPr name="Freeform 666" id="666"/>
              <p:cNvSpPr/>
              <p:nvPr/>
            </p:nvSpPr>
            <p:spPr>
              <a:xfrm flipH="false" flipV="false" rot="0">
                <a:off x="0" y="0"/>
                <a:ext cx="7412736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7412736">
                    <a:moveTo>
                      <a:pt x="0" y="0"/>
                    </a:moveTo>
                    <a:lnTo>
                      <a:pt x="7412736" y="0"/>
                    </a:lnTo>
                    <a:lnTo>
                      <a:pt x="7412736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5107" r="0" b="-135107"/>
                </a:stretch>
              </a:blipFill>
            </p:spPr>
          </p:sp>
          <p:sp>
            <p:nvSpPr>
              <p:cNvPr name="TextBox 667" id="667"/>
              <p:cNvSpPr txBox="true"/>
              <p:nvPr/>
            </p:nvSpPr>
            <p:spPr>
              <a:xfrm>
                <a:off x="0" y="-19050"/>
                <a:ext cx="7412736" cy="79933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b="true" sz="2600">
                    <a:solidFill>
                      <a:srgbClr val="6AC4EA"/>
                    </a:solidFill>
                    <a:latin typeface="Courier New Bold"/>
                    <a:ea typeface="Courier New Bold"/>
                    <a:cs typeface="Courier New Bold"/>
                    <a:sym typeface="Courier New Bold"/>
                  </a:rPr>
                  <a:t>ONDA</a:t>
                </a:r>
              </a:p>
            </p:txBody>
          </p:sp>
        </p:grpSp>
        <p:grpSp>
          <p:nvGrpSpPr>
            <p:cNvPr name="Group 668" id="668"/>
            <p:cNvGrpSpPr/>
            <p:nvPr/>
          </p:nvGrpSpPr>
          <p:grpSpPr>
            <a:xfrm rot="0">
              <a:off x="15617609" y="921512"/>
              <a:ext cx="424688" cy="449072"/>
              <a:chOff x="0" y="0"/>
              <a:chExt cx="424688" cy="449072"/>
            </a:xfrm>
          </p:grpSpPr>
          <p:sp>
            <p:nvSpPr>
              <p:cNvPr name="Freeform 669" id="66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70" id="670"/>
            <p:cNvGrpSpPr/>
            <p:nvPr/>
          </p:nvGrpSpPr>
          <p:grpSpPr>
            <a:xfrm rot="0">
              <a:off x="16080905" y="921512"/>
              <a:ext cx="424688" cy="449072"/>
              <a:chOff x="0" y="0"/>
              <a:chExt cx="424688" cy="449072"/>
            </a:xfrm>
          </p:grpSpPr>
          <p:sp>
            <p:nvSpPr>
              <p:cNvPr name="Freeform 671" id="67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72" id="672"/>
            <p:cNvGrpSpPr/>
            <p:nvPr/>
          </p:nvGrpSpPr>
          <p:grpSpPr>
            <a:xfrm rot="0">
              <a:off x="16544201" y="921512"/>
              <a:ext cx="424688" cy="449072"/>
              <a:chOff x="0" y="0"/>
              <a:chExt cx="424688" cy="449072"/>
            </a:xfrm>
          </p:grpSpPr>
          <p:sp>
            <p:nvSpPr>
              <p:cNvPr name="Freeform 673" id="67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74" id="674"/>
            <p:cNvGrpSpPr/>
            <p:nvPr/>
          </p:nvGrpSpPr>
          <p:grpSpPr>
            <a:xfrm rot="0">
              <a:off x="17007497" y="921512"/>
              <a:ext cx="424688" cy="449072"/>
              <a:chOff x="0" y="0"/>
              <a:chExt cx="424688" cy="449072"/>
            </a:xfrm>
          </p:grpSpPr>
          <p:sp>
            <p:nvSpPr>
              <p:cNvPr name="Freeform 675" id="67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76" id="676"/>
            <p:cNvGrpSpPr/>
            <p:nvPr/>
          </p:nvGrpSpPr>
          <p:grpSpPr>
            <a:xfrm rot="0">
              <a:off x="17470793" y="921512"/>
              <a:ext cx="424688" cy="449072"/>
              <a:chOff x="0" y="0"/>
              <a:chExt cx="424688" cy="449072"/>
            </a:xfrm>
          </p:grpSpPr>
          <p:sp>
            <p:nvSpPr>
              <p:cNvPr name="Freeform 677" id="67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78" id="678"/>
            <p:cNvGrpSpPr/>
            <p:nvPr/>
          </p:nvGrpSpPr>
          <p:grpSpPr>
            <a:xfrm rot="0">
              <a:off x="17934089" y="921512"/>
              <a:ext cx="424688" cy="449072"/>
              <a:chOff x="0" y="0"/>
              <a:chExt cx="424688" cy="449072"/>
            </a:xfrm>
          </p:grpSpPr>
          <p:sp>
            <p:nvSpPr>
              <p:cNvPr name="Freeform 679" id="67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80" id="680"/>
            <p:cNvGrpSpPr/>
            <p:nvPr/>
          </p:nvGrpSpPr>
          <p:grpSpPr>
            <a:xfrm rot="0">
              <a:off x="18397385" y="921512"/>
              <a:ext cx="424688" cy="449072"/>
              <a:chOff x="0" y="0"/>
              <a:chExt cx="424688" cy="449072"/>
            </a:xfrm>
          </p:grpSpPr>
          <p:sp>
            <p:nvSpPr>
              <p:cNvPr name="Freeform 681" id="68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82" id="682"/>
            <p:cNvGrpSpPr/>
            <p:nvPr/>
          </p:nvGrpSpPr>
          <p:grpSpPr>
            <a:xfrm rot="0">
              <a:off x="18860681" y="921512"/>
              <a:ext cx="424688" cy="449072"/>
              <a:chOff x="0" y="0"/>
              <a:chExt cx="424688" cy="449072"/>
            </a:xfrm>
          </p:grpSpPr>
          <p:sp>
            <p:nvSpPr>
              <p:cNvPr name="Freeform 683" id="68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84" id="684"/>
            <p:cNvGrpSpPr/>
            <p:nvPr/>
          </p:nvGrpSpPr>
          <p:grpSpPr>
            <a:xfrm rot="0">
              <a:off x="19323977" y="921512"/>
              <a:ext cx="424688" cy="449072"/>
              <a:chOff x="0" y="0"/>
              <a:chExt cx="424688" cy="449072"/>
            </a:xfrm>
          </p:grpSpPr>
          <p:sp>
            <p:nvSpPr>
              <p:cNvPr name="Freeform 685" id="68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86" id="686"/>
            <p:cNvGrpSpPr/>
            <p:nvPr/>
          </p:nvGrpSpPr>
          <p:grpSpPr>
            <a:xfrm rot="0">
              <a:off x="19787273" y="921512"/>
              <a:ext cx="424688" cy="449072"/>
              <a:chOff x="0" y="0"/>
              <a:chExt cx="424688" cy="449072"/>
            </a:xfrm>
          </p:grpSpPr>
          <p:sp>
            <p:nvSpPr>
              <p:cNvPr name="Freeform 687" id="68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88" id="688"/>
            <p:cNvGrpSpPr/>
            <p:nvPr/>
          </p:nvGrpSpPr>
          <p:grpSpPr>
            <a:xfrm rot="0">
              <a:off x="20250569" y="921512"/>
              <a:ext cx="424688" cy="449072"/>
              <a:chOff x="0" y="0"/>
              <a:chExt cx="424688" cy="449072"/>
            </a:xfrm>
          </p:grpSpPr>
          <p:sp>
            <p:nvSpPr>
              <p:cNvPr name="Freeform 689" id="68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90" id="690"/>
            <p:cNvGrpSpPr/>
            <p:nvPr/>
          </p:nvGrpSpPr>
          <p:grpSpPr>
            <a:xfrm rot="0">
              <a:off x="20713865" y="921512"/>
              <a:ext cx="424688" cy="449072"/>
              <a:chOff x="0" y="0"/>
              <a:chExt cx="424688" cy="449072"/>
            </a:xfrm>
          </p:grpSpPr>
          <p:sp>
            <p:nvSpPr>
              <p:cNvPr name="Freeform 691" id="69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92" id="692"/>
            <p:cNvGrpSpPr/>
            <p:nvPr/>
          </p:nvGrpSpPr>
          <p:grpSpPr>
            <a:xfrm rot="0">
              <a:off x="21177161" y="921512"/>
              <a:ext cx="424688" cy="449072"/>
              <a:chOff x="0" y="0"/>
              <a:chExt cx="424688" cy="449072"/>
            </a:xfrm>
          </p:grpSpPr>
          <p:sp>
            <p:nvSpPr>
              <p:cNvPr name="Freeform 693" id="69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94" id="694"/>
            <p:cNvGrpSpPr/>
            <p:nvPr/>
          </p:nvGrpSpPr>
          <p:grpSpPr>
            <a:xfrm rot="0">
              <a:off x="21640457" y="921512"/>
              <a:ext cx="424688" cy="449072"/>
              <a:chOff x="0" y="0"/>
              <a:chExt cx="424688" cy="449072"/>
            </a:xfrm>
          </p:grpSpPr>
          <p:sp>
            <p:nvSpPr>
              <p:cNvPr name="Freeform 695" id="69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696" id="696"/>
            <p:cNvGrpSpPr/>
            <p:nvPr/>
          </p:nvGrpSpPr>
          <p:grpSpPr>
            <a:xfrm rot="0">
              <a:off x="22103753" y="921512"/>
              <a:ext cx="424688" cy="449072"/>
              <a:chOff x="0" y="0"/>
              <a:chExt cx="424688" cy="449072"/>
            </a:xfrm>
          </p:grpSpPr>
          <p:sp>
            <p:nvSpPr>
              <p:cNvPr name="Freeform 697" id="69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698" id="698"/>
            <p:cNvGrpSpPr/>
            <p:nvPr/>
          </p:nvGrpSpPr>
          <p:grpSpPr>
            <a:xfrm rot="0">
              <a:off x="22567049" y="921512"/>
              <a:ext cx="424688" cy="449072"/>
              <a:chOff x="0" y="0"/>
              <a:chExt cx="424688" cy="449072"/>
            </a:xfrm>
          </p:grpSpPr>
          <p:sp>
            <p:nvSpPr>
              <p:cNvPr name="Freeform 699" id="69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700" id="700"/>
            <p:cNvGrpSpPr/>
            <p:nvPr/>
          </p:nvGrpSpPr>
          <p:grpSpPr>
            <a:xfrm rot="0">
              <a:off x="15617609" y="1409192"/>
              <a:ext cx="424688" cy="449072"/>
              <a:chOff x="0" y="0"/>
              <a:chExt cx="424688" cy="449072"/>
            </a:xfrm>
          </p:grpSpPr>
          <p:sp>
            <p:nvSpPr>
              <p:cNvPr name="Freeform 701" id="70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02" id="702"/>
            <p:cNvGrpSpPr/>
            <p:nvPr/>
          </p:nvGrpSpPr>
          <p:grpSpPr>
            <a:xfrm rot="0">
              <a:off x="16080905" y="1409192"/>
              <a:ext cx="424688" cy="449072"/>
              <a:chOff x="0" y="0"/>
              <a:chExt cx="424688" cy="449072"/>
            </a:xfrm>
          </p:grpSpPr>
          <p:sp>
            <p:nvSpPr>
              <p:cNvPr name="Freeform 703" id="70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04" id="704"/>
            <p:cNvGrpSpPr/>
            <p:nvPr/>
          </p:nvGrpSpPr>
          <p:grpSpPr>
            <a:xfrm rot="0">
              <a:off x="16544201" y="1409192"/>
              <a:ext cx="424688" cy="449072"/>
              <a:chOff x="0" y="0"/>
              <a:chExt cx="424688" cy="449072"/>
            </a:xfrm>
          </p:grpSpPr>
          <p:sp>
            <p:nvSpPr>
              <p:cNvPr name="Freeform 705" id="70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06" id="706"/>
            <p:cNvGrpSpPr/>
            <p:nvPr/>
          </p:nvGrpSpPr>
          <p:grpSpPr>
            <a:xfrm rot="0">
              <a:off x="17007497" y="1409192"/>
              <a:ext cx="424688" cy="449072"/>
              <a:chOff x="0" y="0"/>
              <a:chExt cx="424688" cy="449072"/>
            </a:xfrm>
          </p:grpSpPr>
          <p:sp>
            <p:nvSpPr>
              <p:cNvPr name="Freeform 707" id="70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08" id="708"/>
            <p:cNvGrpSpPr/>
            <p:nvPr/>
          </p:nvGrpSpPr>
          <p:grpSpPr>
            <a:xfrm rot="0">
              <a:off x="17470793" y="1409192"/>
              <a:ext cx="424688" cy="449072"/>
              <a:chOff x="0" y="0"/>
              <a:chExt cx="424688" cy="449072"/>
            </a:xfrm>
          </p:grpSpPr>
          <p:sp>
            <p:nvSpPr>
              <p:cNvPr name="Freeform 709" id="70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10" id="710"/>
            <p:cNvGrpSpPr/>
            <p:nvPr/>
          </p:nvGrpSpPr>
          <p:grpSpPr>
            <a:xfrm rot="0">
              <a:off x="17934089" y="1409192"/>
              <a:ext cx="424688" cy="449072"/>
              <a:chOff x="0" y="0"/>
              <a:chExt cx="424688" cy="449072"/>
            </a:xfrm>
          </p:grpSpPr>
          <p:sp>
            <p:nvSpPr>
              <p:cNvPr name="Freeform 711" id="71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12" id="712"/>
            <p:cNvGrpSpPr/>
            <p:nvPr/>
          </p:nvGrpSpPr>
          <p:grpSpPr>
            <a:xfrm rot="0">
              <a:off x="18397385" y="1409192"/>
              <a:ext cx="424688" cy="449072"/>
              <a:chOff x="0" y="0"/>
              <a:chExt cx="424688" cy="449072"/>
            </a:xfrm>
          </p:grpSpPr>
          <p:sp>
            <p:nvSpPr>
              <p:cNvPr name="Freeform 713" id="71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14" id="714"/>
            <p:cNvGrpSpPr/>
            <p:nvPr/>
          </p:nvGrpSpPr>
          <p:grpSpPr>
            <a:xfrm rot="0">
              <a:off x="18860681" y="1409192"/>
              <a:ext cx="424688" cy="449072"/>
              <a:chOff x="0" y="0"/>
              <a:chExt cx="424688" cy="449072"/>
            </a:xfrm>
          </p:grpSpPr>
          <p:sp>
            <p:nvSpPr>
              <p:cNvPr name="Freeform 715" id="71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16" id="716"/>
            <p:cNvGrpSpPr/>
            <p:nvPr/>
          </p:nvGrpSpPr>
          <p:grpSpPr>
            <a:xfrm rot="0">
              <a:off x="19323977" y="1409192"/>
              <a:ext cx="424688" cy="449072"/>
              <a:chOff x="0" y="0"/>
              <a:chExt cx="424688" cy="449072"/>
            </a:xfrm>
          </p:grpSpPr>
          <p:sp>
            <p:nvSpPr>
              <p:cNvPr name="Freeform 717" id="71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18" id="718"/>
            <p:cNvGrpSpPr/>
            <p:nvPr/>
          </p:nvGrpSpPr>
          <p:grpSpPr>
            <a:xfrm rot="0">
              <a:off x="19787273" y="1409192"/>
              <a:ext cx="424688" cy="449072"/>
              <a:chOff x="0" y="0"/>
              <a:chExt cx="424688" cy="449072"/>
            </a:xfrm>
          </p:grpSpPr>
          <p:sp>
            <p:nvSpPr>
              <p:cNvPr name="Freeform 719" id="71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20" id="720"/>
            <p:cNvGrpSpPr/>
            <p:nvPr/>
          </p:nvGrpSpPr>
          <p:grpSpPr>
            <a:xfrm rot="0">
              <a:off x="20250569" y="1409192"/>
              <a:ext cx="424688" cy="449072"/>
              <a:chOff x="0" y="0"/>
              <a:chExt cx="424688" cy="449072"/>
            </a:xfrm>
          </p:grpSpPr>
          <p:sp>
            <p:nvSpPr>
              <p:cNvPr name="Freeform 721" id="72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22" id="722"/>
            <p:cNvGrpSpPr/>
            <p:nvPr/>
          </p:nvGrpSpPr>
          <p:grpSpPr>
            <a:xfrm rot="0">
              <a:off x="20713865" y="1409192"/>
              <a:ext cx="424688" cy="449072"/>
              <a:chOff x="0" y="0"/>
              <a:chExt cx="424688" cy="449072"/>
            </a:xfrm>
          </p:grpSpPr>
          <p:sp>
            <p:nvSpPr>
              <p:cNvPr name="Freeform 723" id="72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24" id="724"/>
            <p:cNvGrpSpPr/>
            <p:nvPr/>
          </p:nvGrpSpPr>
          <p:grpSpPr>
            <a:xfrm rot="0">
              <a:off x="21177161" y="1409192"/>
              <a:ext cx="424688" cy="449072"/>
              <a:chOff x="0" y="0"/>
              <a:chExt cx="424688" cy="449072"/>
            </a:xfrm>
          </p:grpSpPr>
          <p:sp>
            <p:nvSpPr>
              <p:cNvPr name="Freeform 725" id="72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26" id="726"/>
            <p:cNvGrpSpPr/>
            <p:nvPr/>
          </p:nvGrpSpPr>
          <p:grpSpPr>
            <a:xfrm rot="0">
              <a:off x="21640457" y="1409192"/>
              <a:ext cx="424688" cy="449072"/>
              <a:chOff x="0" y="0"/>
              <a:chExt cx="424688" cy="449072"/>
            </a:xfrm>
          </p:grpSpPr>
          <p:sp>
            <p:nvSpPr>
              <p:cNvPr name="Freeform 727" id="72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728" id="728"/>
            <p:cNvGrpSpPr/>
            <p:nvPr/>
          </p:nvGrpSpPr>
          <p:grpSpPr>
            <a:xfrm rot="0">
              <a:off x="22103753" y="1409192"/>
              <a:ext cx="424688" cy="449072"/>
              <a:chOff x="0" y="0"/>
              <a:chExt cx="424688" cy="449072"/>
            </a:xfrm>
          </p:grpSpPr>
          <p:sp>
            <p:nvSpPr>
              <p:cNvPr name="Freeform 729" id="72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730" id="730"/>
            <p:cNvGrpSpPr/>
            <p:nvPr/>
          </p:nvGrpSpPr>
          <p:grpSpPr>
            <a:xfrm rot="0">
              <a:off x="22567049" y="1409192"/>
              <a:ext cx="424688" cy="449072"/>
              <a:chOff x="0" y="0"/>
              <a:chExt cx="424688" cy="449072"/>
            </a:xfrm>
          </p:grpSpPr>
          <p:sp>
            <p:nvSpPr>
              <p:cNvPr name="Freeform 731" id="73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732" id="732"/>
            <p:cNvGrpSpPr/>
            <p:nvPr/>
          </p:nvGrpSpPr>
          <p:grpSpPr>
            <a:xfrm rot="0">
              <a:off x="15617609" y="1896872"/>
              <a:ext cx="424688" cy="449072"/>
              <a:chOff x="0" y="0"/>
              <a:chExt cx="424688" cy="449072"/>
            </a:xfrm>
          </p:grpSpPr>
          <p:sp>
            <p:nvSpPr>
              <p:cNvPr name="Freeform 733" id="73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34" id="734"/>
            <p:cNvGrpSpPr/>
            <p:nvPr/>
          </p:nvGrpSpPr>
          <p:grpSpPr>
            <a:xfrm rot="0">
              <a:off x="16080905" y="1896872"/>
              <a:ext cx="424688" cy="449072"/>
              <a:chOff x="0" y="0"/>
              <a:chExt cx="424688" cy="449072"/>
            </a:xfrm>
          </p:grpSpPr>
          <p:sp>
            <p:nvSpPr>
              <p:cNvPr name="Freeform 735" id="73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36" id="736"/>
            <p:cNvGrpSpPr/>
            <p:nvPr/>
          </p:nvGrpSpPr>
          <p:grpSpPr>
            <a:xfrm rot="0">
              <a:off x="16544201" y="1896872"/>
              <a:ext cx="424688" cy="449072"/>
              <a:chOff x="0" y="0"/>
              <a:chExt cx="424688" cy="449072"/>
            </a:xfrm>
          </p:grpSpPr>
          <p:sp>
            <p:nvSpPr>
              <p:cNvPr name="Freeform 737" id="73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38" id="738"/>
            <p:cNvGrpSpPr/>
            <p:nvPr/>
          </p:nvGrpSpPr>
          <p:grpSpPr>
            <a:xfrm rot="0">
              <a:off x="17007497" y="1896872"/>
              <a:ext cx="424688" cy="449072"/>
              <a:chOff x="0" y="0"/>
              <a:chExt cx="424688" cy="449072"/>
            </a:xfrm>
          </p:grpSpPr>
          <p:sp>
            <p:nvSpPr>
              <p:cNvPr name="Freeform 739" id="73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40" id="740"/>
            <p:cNvGrpSpPr/>
            <p:nvPr/>
          </p:nvGrpSpPr>
          <p:grpSpPr>
            <a:xfrm rot="0">
              <a:off x="17470793" y="1896872"/>
              <a:ext cx="424688" cy="449072"/>
              <a:chOff x="0" y="0"/>
              <a:chExt cx="424688" cy="449072"/>
            </a:xfrm>
          </p:grpSpPr>
          <p:sp>
            <p:nvSpPr>
              <p:cNvPr name="Freeform 741" id="74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42" id="742"/>
            <p:cNvGrpSpPr/>
            <p:nvPr/>
          </p:nvGrpSpPr>
          <p:grpSpPr>
            <a:xfrm rot="0">
              <a:off x="17934089" y="1896872"/>
              <a:ext cx="424688" cy="449072"/>
              <a:chOff x="0" y="0"/>
              <a:chExt cx="424688" cy="449072"/>
            </a:xfrm>
          </p:grpSpPr>
          <p:sp>
            <p:nvSpPr>
              <p:cNvPr name="Freeform 743" id="74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44" id="744"/>
            <p:cNvGrpSpPr/>
            <p:nvPr/>
          </p:nvGrpSpPr>
          <p:grpSpPr>
            <a:xfrm rot="0">
              <a:off x="18397385" y="1896872"/>
              <a:ext cx="424688" cy="449072"/>
              <a:chOff x="0" y="0"/>
              <a:chExt cx="424688" cy="449072"/>
            </a:xfrm>
          </p:grpSpPr>
          <p:sp>
            <p:nvSpPr>
              <p:cNvPr name="Freeform 745" id="74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46" id="746"/>
            <p:cNvGrpSpPr/>
            <p:nvPr/>
          </p:nvGrpSpPr>
          <p:grpSpPr>
            <a:xfrm rot="0">
              <a:off x="18860681" y="1896872"/>
              <a:ext cx="424688" cy="449072"/>
              <a:chOff x="0" y="0"/>
              <a:chExt cx="424688" cy="449072"/>
            </a:xfrm>
          </p:grpSpPr>
          <p:sp>
            <p:nvSpPr>
              <p:cNvPr name="Freeform 747" id="74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48" id="748"/>
            <p:cNvGrpSpPr/>
            <p:nvPr/>
          </p:nvGrpSpPr>
          <p:grpSpPr>
            <a:xfrm rot="0">
              <a:off x="19323977" y="1896872"/>
              <a:ext cx="424688" cy="449072"/>
              <a:chOff x="0" y="0"/>
              <a:chExt cx="424688" cy="449072"/>
            </a:xfrm>
          </p:grpSpPr>
          <p:sp>
            <p:nvSpPr>
              <p:cNvPr name="Freeform 749" id="74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50" id="750"/>
            <p:cNvGrpSpPr/>
            <p:nvPr/>
          </p:nvGrpSpPr>
          <p:grpSpPr>
            <a:xfrm rot="0">
              <a:off x="19787273" y="1896872"/>
              <a:ext cx="424688" cy="449072"/>
              <a:chOff x="0" y="0"/>
              <a:chExt cx="424688" cy="449072"/>
            </a:xfrm>
          </p:grpSpPr>
          <p:sp>
            <p:nvSpPr>
              <p:cNvPr name="Freeform 751" id="75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52" id="752"/>
            <p:cNvGrpSpPr/>
            <p:nvPr/>
          </p:nvGrpSpPr>
          <p:grpSpPr>
            <a:xfrm rot="0">
              <a:off x="20250569" y="1896872"/>
              <a:ext cx="424688" cy="449072"/>
              <a:chOff x="0" y="0"/>
              <a:chExt cx="424688" cy="449072"/>
            </a:xfrm>
          </p:grpSpPr>
          <p:sp>
            <p:nvSpPr>
              <p:cNvPr name="Freeform 753" id="75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54" id="754"/>
            <p:cNvGrpSpPr/>
            <p:nvPr/>
          </p:nvGrpSpPr>
          <p:grpSpPr>
            <a:xfrm rot="0">
              <a:off x="20713865" y="1896872"/>
              <a:ext cx="424688" cy="449072"/>
              <a:chOff x="0" y="0"/>
              <a:chExt cx="424688" cy="449072"/>
            </a:xfrm>
          </p:grpSpPr>
          <p:sp>
            <p:nvSpPr>
              <p:cNvPr name="Freeform 755" id="75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56" id="756"/>
            <p:cNvGrpSpPr/>
            <p:nvPr/>
          </p:nvGrpSpPr>
          <p:grpSpPr>
            <a:xfrm rot="0">
              <a:off x="21177161" y="1896872"/>
              <a:ext cx="424688" cy="449072"/>
              <a:chOff x="0" y="0"/>
              <a:chExt cx="424688" cy="449072"/>
            </a:xfrm>
          </p:grpSpPr>
          <p:sp>
            <p:nvSpPr>
              <p:cNvPr name="Freeform 757" id="75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758" id="758"/>
            <p:cNvGrpSpPr/>
            <p:nvPr/>
          </p:nvGrpSpPr>
          <p:grpSpPr>
            <a:xfrm rot="0">
              <a:off x="21640457" y="1896872"/>
              <a:ext cx="424688" cy="449072"/>
              <a:chOff x="0" y="0"/>
              <a:chExt cx="424688" cy="449072"/>
            </a:xfrm>
          </p:grpSpPr>
          <p:sp>
            <p:nvSpPr>
              <p:cNvPr name="Freeform 759" id="75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760" id="760"/>
            <p:cNvGrpSpPr/>
            <p:nvPr/>
          </p:nvGrpSpPr>
          <p:grpSpPr>
            <a:xfrm rot="0">
              <a:off x="22103753" y="1896872"/>
              <a:ext cx="424688" cy="449072"/>
              <a:chOff x="0" y="0"/>
              <a:chExt cx="424688" cy="449072"/>
            </a:xfrm>
          </p:grpSpPr>
          <p:sp>
            <p:nvSpPr>
              <p:cNvPr name="Freeform 761" id="76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62" id="762"/>
            <p:cNvGrpSpPr/>
            <p:nvPr/>
          </p:nvGrpSpPr>
          <p:grpSpPr>
            <a:xfrm rot="0">
              <a:off x="22567049" y="1896872"/>
              <a:ext cx="424688" cy="449072"/>
              <a:chOff x="0" y="0"/>
              <a:chExt cx="424688" cy="449072"/>
            </a:xfrm>
          </p:grpSpPr>
          <p:sp>
            <p:nvSpPr>
              <p:cNvPr name="Freeform 763" id="76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64" id="764"/>
            <p:cNvGrpSpPr/>
            <p:nvPr/>
          </p:nvGrpSpPr>
          <p:grpSpPr>
            <a:xfrm rot="0">
              <a:off x="15617609" y="2384552"/>
              <a:ext cx="424688" cy="449072"/>
              <a:chOff x="0" y="0"/>
              <a:chExt cx="424688" cy="449072"/>
            </a:xfrm>
          </p:grpSpPr>
          <p:sp>
            <p:nvSpPr>
              <p:cNvPr name="Freeform 765" id="76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66" id="766"/>
            <p:cNvGrpSpPr/>
            <p:nvPr/>
          </p:nvGrpSpPr>
          <p:grpSpPr>
            <a:xfrm rot="0">
              <a:off x="16080905" y="2384552"/>
              <a:ext cx="424688" cy="449072"/>
              <a:chOff x="0" y="0"/>
              <a:chExt cx="424688" cy="449072"/>
            </a:xfrm>
          </p:grpSpPr>
          <p:sp>
            <p:nvSpPr>
              <p:cNvPr name="Freeform 767" id="76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68" id="768"/>
            <p:cNvGrpSpPr/>
            <p:nvPr/>
          </p:nvGrpSpPr>
          <p:grpSpPr>
            <a:xfrm rot="0">
              <a:off x="16544201" y="2384552"/>
              <a:ext cx="424688" cy="449072"/>
              <a:chOff x="0" y="0"/>
              <a:chExt cx="424688" cy="449072"/>
            </a:xfrm>
          </p:grpSpPr>
          <p:sp>
            <p:nvSpPr>
              <p:cNvPr name="Freeform 769" id="76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70" id="770"/>
            <p:cNvGrpSpPr/>
            <p:nvPr/>
          </p:nvGrpSpPr>
          <p:grpSpPr>
            <a:xfrm rot="0">
              <a:off x="17007497" y="2384552"/>
              <a:ext cx="424688" cy="449072"/>
              <a:chOff x="0" y="0"/>
              <a:chExt cx="424688" cy="449072"/>
            </a:xfrm>
          </p:grpSpPr>
          <p:sp>
            <p:nvSpPr>
              <p:cNvPr name="Freeform 771" id="77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72" id="772"/>
            <p:cNvGrpSpPr/>
            <p:nvPr/>
          </p:nvGrpSpPr>
          <p:grpSpPr>
            <a:xfrm rot="0">
              <a:off x="17470793" y="2384552"/>
              <a:ext cx="424688" cy="449072"/>
              <a:chOff x="0" y="0"/>
              <a:chExt cx="424688" cy="449072"/>
            </a:xfrm>
          </p:grpSpPr>
          <p:sp>
            <p:nvSpPr>
              <p:cNvPr name="Freeform 773" id="77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74" id="774"/>
            <p:cNvGrpSpPr/>
            <p:nvPr/>
          </p:nvGrpSpPr>
          <p:grpSpPr>
            <a:xfrm rot="0">
              <a:off x="17934089" y="2384552"/>
              <a:ext cx="424688" cy="449072"/>
              <a:chOff x="0" y="0"/>
              <a:chExt cx="424688" cy="449072"/>
            </a:xfrm>
          </p:grpSpPr>
          <p:sp>
            <p:nvSpPr>
              <p:cNvPr name="Freeform 775" id="77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76" id="776"/>
            <p:cNvGrpSpPr/>
            <p:nvPr/>
          </p:nvGrpSpPr>
          <p:grpSpPr>
            <a:xfrm rot="0">
              <a:off x="18397385" y="2384552"/>
              <a:ext cx="424688" cy="449072"/>
              <a:chOff x="0" y="0"/>
              <a:chExt cx="424688" cy="449072"/>
            </a:xfrm>
          </p:grpSpPr>
          <p:sp>
            <p:nvSpPr>
              <p:cNvPr name="Freeform 777" id="77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78" id="778"/>
            <p:cNvGrpSpPr/>
            <p:nvPr/>
          </p:nvGrpSpPr>
          <p:grpSpPr>
            <a:xfrm rot="0">
              <a:off x="18860681" y="2384552"/>
              <a:ext cx="424688" cy="449072"/>
              <a:chOff x="0" y="0"/>
              <a:chExt cx="424688" cy="449072"/>
            </a:xfrm>
          </p:grpSpPr>
          <p:sp>
            <p:nvSpPr>
              <p:cNvPr name="Freeform 779" id="77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80" id="780"/>
            <p:cNvGrpSpPr/>
            <p:nvPr/>
          </p:nvGrpSpPr>
          <p:grpSpPr>
            <a:xfrm rot="0">
              <a:off x="19323977" y="2384552"/>
              <a:ext cx="424688" cy="449072"/>
              <a:chOff x="0" y="0"/>
              <a:chExt cx="424688" cy="449072"/>
            </a:xfrm>
          </p:grpSpPr>
          <p:sp>
            <p:nvSpPr>
              <p:cNvPr name="Freeform 781" id="78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82" id="782"/>
            <p:cNvGrpSpPr/>
            <p:nvPr/>
          </p:nvGrpSpPr>
          <p:grpSpPr>
            <a:xfrm rot="0">
              <a:off x="19787273" y="2384552"/>
              <a:ext cx="424688" cy="449072"/>
              <a:chOff x="0" y="0"/>
              <a:chExt cx="424688" cy="449072"/>
            </a:xfrm>
          </p:grpSpPr>
          <p:sp>
            <p:nvSpPr>
              <p:cNvPr name="Freeform 783" id="78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84" id="784"/>
            <p:cNvGrpSpPr/>
            <p:nvPr/>
          </p:nvGrpSpPr>
          <p:grpSpPr>
            <a:xfrm rot="0">
              <a:off x="20250569" y="2384552"/>
              <a:ext cx="424688" cy="449072"/>
              <a:chOff x="0" y="0"/>
              <a:chExt cx="424688" cy="449072"/>
            </a:xfrm>
          </p:grpSpPr>
          <p:sp>
            <p:nvSpPr>
              <p:cNvPr name="Freeform 785" id="78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86" id="786"/>
            <p:cNvGrpSpPr/>
            <p:nvPr/>
          </p:nvGrpSpPr>
          <p:grpSpPr>
            <a:xfrm rot="0">
              <a:off x="20713865" y="2384552"/>
              <a:ext cx="424688" cy="449072"/>
              <a:chOff x="0" y="0"/>
              <a:chExt cx="424688" cy="449072"/>
            </a:xfrm>
          </p:grpSpPr>
          <p:sp>
            <p:nvSpPr>
              <p:cNvPr name="Freeform 787" id="78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788" id="788"/>
            <p:cNvGrpSpPr/>
            <p:nvPr/>
          </p:nvGrpSpPr>
          <p:grpSpPr>
            <a:xfrm rot="0">
              <a:off x="21177161" y="2384552"/>
              <a:ext cx="424688" cy="449072"/>
              <a:chOff x="0" y="0"/>
              <a:chExt cx="424688" cy="449072"/>
            </a:xfrm>
          </p:grpSpPr>
          <p:sp>
            <p:nvSpPr>
              <p:cNvPr name="Freeform 789" id="78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790" id="790"/>
            <p:cNvGrpSpPr/>
            <p:nvPr/>
          </p:nvGrpSpPr>
          <p:grpSpPr>
            <a:xfrm rot="0">
              <a:off x="21640457" y="2384552"/>
              <a:ext cx="424688" cy="449072"/>
              <a:chOff x="0" y="0"/>
              <a:chExt cx="424688" cy="449072"/>
            </a:xfrm>
          </p:grpSpPr>
          <p:sp>
            <p:nvSpPr>
              <p:cNvPr name="Freeform 791" id="79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92" id="792"/>
            <p:cNvGrpSpPr/>
            <p:nvPr/>
          </p:nvGrpSpPr>
          <p:grpSpPr>
            <a:xfrm rot="0">
              <a:off x="22103753" y="2384552"/>
              <a:ext cx="424688" cy="449072"/>
              <a:chOff x="0" y="0"/>
              <a:chExt cx="424688" cy="449072"/>
            </a:xfrm>
          </p:grpSpPr>
          <p:sp>
            <p:nvSpPr>
              <p:cNvPr name="Freeform 793" id="79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94" id="794"/>
            <p:cNvGrpSpPr/>
            <p:nvPr/>
          </p:nvGrpSpPr>
          <p:grpSpPr>
            <a:xfrm rot="0">
              <a:off x="22567049" y="2384552"/>
              <a:ext cx="424688" cy="449072"/>
              <a:chOff x="0" y="0"/>
              <a:chExt cx="424688" cy="449072"/>
            </a:xfrm>
          </p:grpSpPr>
          <p:sp>
            <p:nvSpPr>
              <p:cNvPr name="Freeform 795" id="79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96" id="796"/>
            <p:cNvGrpSpPr/>
            <p:nvPr/>
          </p:nvGrpSpPr>
          <p:grpSpPr>
            <a:xfrm rot="0">
              <a:off x="15617609" y="2872232"/>
              <a:ext cx="424688" cy="449072"/>
              <a:chOff x="0" y="0"/>
              <a:chExt cx="424688" cy="449072"/>
            </a:xfrm>
          </p:grpSpPr>
          <p:sp>
            <p:nvSpPr>
              <p:cNvPr name="Freeform 797" id="79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798" id="798"/>
            <p:cNvGrpSpPr/>
            <p:nvPr/>
          </p:nvGrpSpPr>
          <p:grpSpPr>
            <a:xfrm rot="0">
              <a:off x="16080905" y="2872232"/>
              <a:ext cx="424688" cy="449072"/>
              <a:chOff x="0" y="0"/>
              <a:chExt cx="424688" cy="449072"/>
            </a:xfrm>
          </p:grpSpPr>
          <p:sp>
            <p:nvSpPr>
              <p:cNvPr name="Freeform 799" id="79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00" id="800"/>
            <p:cNvGrpSpPr/>
            <p:nvPr/>
          </p:nvGrpSpPr>
          <p:grpSpPr>
            <a:xfrm rot="0">
              <a:off x="16544201" y="2872232"/>
              <a:ext cx="424688" cy="449072"/>
              <a:chOff x="0" y="0"/>
              <a:chExt cx="424688" cy="449072"/>
            </a:xfrm>
          </p:grpSpPr>
          <p:sp>
            <p:nvSpPr>
              <p:cNvPr name="Freeform 801" id="80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02" id="802"/>
            <p:cNvGrpSpPr/>
            <p:nvPr/>
          </p:nvGrpSpPr>
          <p:grpSpPr>
            <a:xfrm rot="0">
              <a:off x="17007497" y="2872232"/>
              <a:ext cx="424688" cy="449072"/>
              <a:chOff x="0" y="0"/>
              <a:chExt cx="424688" cy="449072"/>
            </a:xfrm>
          </p:grpSpPr>
          <p:sp>
            <p:nvSpPr>
              <p:cNvPr name="Freeform 803" id="80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04" id="804"/>
            <p:cNvGrpSpPr/>
            <p:nvPr/>
          </p:nvGrpSpPr>
          <p:grpSpPr>
            <a:xfrm rot="0">
              <a:off x="17470793" y="2872232"/>
              <a:ext cx="424688" cy="449072"/>
              <a:chOff x="0" y="0"/>
              <a:chExt cx="424688" cy="449072"/>
            </a:xfrm>
          </p:grpSpPr>
          <p:sp>
            <p:nvSpPr>
              <p:cNvPr name="Freeform 805" id="80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06" id="806"/>
            <p:cNvGrpSpPr/>
            <p:nvPr/>
          </p:nvGrpSpPr>
          <p:grpSpPr>
            <a:xfrm rot="0">
              <a:off x="17934089" y="2872232"/>
              <a:ext cx="424688" cy="449072"/>
              <a:chOff x="0" y="0"/>
              <a:chExt cx="424688" cy="449072"/>
            </a:xfrm>
          </p:grpSpPr>
          <p:sp>
            <p:nvSpPr>
              <p:cNvPr name="Freeform 807" id="80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08" id="808"/>
            <p:cNvGrpSpPr/>
            <p:nvPr/>
          </p:nvGrpSpPr>
          <p:grpSpPr>
            <a:xfrm rot="0">
              <a:off x="18397385" y="2872232"/>
              <a:ext cx="424688" cy="449072"/>
              <a:chOff x="0" y="0"/>
              <a:chExt cx="424688" cy="449072"/>
            </a:xfrm>
          </p:grpSpPr>
          <p:sp>
            <p:nvSpPr>
              <p:cNvPr name="Freeform 809" id="80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10" id="810"/>
            <p:cNvGrpSpPr/>
            <p:nvPr/>
          </p:nvGrpSpPr>
          <p:grpSpPr>
            <a:xfrm rot="0">
              <a:off x="18860681" y="2872232"/>
              <a:ext cx="424688" cy="449072"/>
              <a:chOff x="0" y="0"/>
              <a:chExt cx="424688" cy="449072"/>
            </a:xfrm>
          </p:grpSpPr>
          <p:sp>
            <p:nvSpPr>
              <p:cNvPr name="Freeform 811" id="81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12" id="812"/>
            <p:cNvGrpSpPr/>
            <p:nvPr/>
          </p:nvGrpSpPr>
          <p:grpSpPr>
            <a:xfrm rot="0">
              <a:off x="19323977" y="2872232"/>
              <a:ext cx="424688" cy="449072"/>
              <a:chOff x="0" y="0"/>
              <a:chExt cx="424688" cy="449072"/>
            </a:xfrm>
          </p:grpSpPr>
          <p:sp>
            <p:nvSpPr>
              <p:cNvPr name="Freeform 813" id="81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14" id="814"/>
            <p:cNvGrpSpPr/>
            <p:nvPr/>
          </p:nvGrpSpPr>
          <p:grpSpPr>
            <a:xfrm rot="0">
              <a:off x="19787273" y="2872232"/>
              <a:ext cx="424688" cy="449072"/>
              <a:chOff x="0" y="0"/>
              <a:chExt cx="424688" cy="449072"/>
            </a:xfrm>
          </p:grpSpPr>
          <p:sp>
            <p:nvSpPr>
              <p:cNvPr name="Freeform 815" id="81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16" id="816"/>
            <p:cNvGrpSpPr/>
            <p:nvPr/>
          </p:nvGrpSpPr>
          <p:grpSpPr>
            <a:xfrm rot="0">
              <a:off x="20250569" y="2872232"/>
              <a:ext cx="424688" cy="449072"/>
              <a:chOff x="0" y="0"/>
              <a:chExt cx="424688" cy="449072"/>
            </a:xfrm>
          </p:grpSpPr>
          <p:sp>
            <p:nvSpPr>
              <p:cNvPr name="Freeform 817" id="81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18" id="818"/>
            <p:cNvGrpSpPr/>
            <p:nvPr/>
          </p:nvGrpSpPr>
          <p:grpSpPr>
            <a:xfrm rot="0">
              <a:off x="20713865" y="2872232"/>
              <a:ext cx="424688" cy="449072"/>
              <a:chOff x="0" y="0"/>
              <a:chExt cx="424688" cy="449072"/>
            </a:xfrm>
          </p:grpSpPr>
          <p:sp>
            <p:nvSpPr>
              <p:cNvPr name="Freeform 819" id="81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820" id="820"/>
            <p:cNvGrpSpPr/>
            <p:nvPr/>
          </p:nvGrpSpPr>
          <p:grpSpPr>
            <a:xfrm rot="0">
              <a:off x="21177161" y="2872232"/>
              <a:ext cx="424688" cy="449072"/>
              <a:chOff x="0" y="0"/>
              <a:chExt cx="424688" cy="449072"/>
            </a:xfrm>
          </p:grpSpPr>
          <p:sp>
            <p:nvSpPr>
              <p:cNvPr name="Freeform 821" id="82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22" id="822"/>
            <p:cNvGrpSpPr/>
            <p:nvPr/>
          </p:nvGrpSpPr>
          <p:grpSpPr>
            <a:xfrm rot="0">
              <a:off x="21640457" y="2872232"/>
              <a:ext cx="424688" cy="449072"/>
              <a:chOff x="0" y="0"/>
              <a:chExt cx="424688" cy="449072"/>
            </a:xfrm>
          </p:grpSpPr>
          <p:sp>
            <p:nvSpPr>
              <p:cNvPr name="Freeform 823" id="82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24" id="824"/>
            <p:cNvGrpSpPr/>
            <p:nvPr/>
          </p:nvGrpSpPr>
          <p:grpSpPr>
            <a:xfrm rot="0">
              <a:off x="22103753" y="2872232"/>
              <a:ext cx="424688" cy="449072"/>
              <a:chOff x="0" y="0"/>
              <a:chExt cx="424688" cy="449072"/>
            </a:xfrm>
          </p:grpSpPr>
          <p:sp>
            <p:nvSpPr>
              <p:cNvPr name="Freeform 825" id="82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26" id="826"/>
            <p:cNvGrpSpPr/>
            <p:nvPr/>
          </p:nvGrpSpPr>
          <p:grpSpPr>
            <a:xfrm rot="0">
              <a:off x="22567049" y="2872232"/>
              <a:ext cx="424688" cy="449072"/>
              <a:chOff x="0" y="0"/>
              <a:chExt cx="424688" cy="449072"/>
            </a:xfrm>
          </p:grpSpPr>
          <p:sp>
            <p:nvSpPr>
              <p:cNvPr name="Freeform 827" id="82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28" id="828"/>
            <p:cNvGrpSpPr/>
            <p:nvPr/>
          </p:nvGrpSpPr>
          <p:grpSpPr>
            <a:xfrm rot="0">
              <a:off x="15617609" y="3359912"/>
              <a:ext cx="424688" cy="449072"/>
              <a:chOff x="0" y="0"/>
              <a:chExt cx="424688" cy="449072"/>
            </a:xfrm>
          </p:grpSpPr>
          <p:sp>
            <p:nvSpPr>
              <p:cNvPr name="Freeform 829" id="82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830" id="830"/>
            <p:cNvGrpSpPr/>
            <p:nvPr/>
          </p:nvGrpSpPr>
          <p:grpSpPr>
            <a:xfrm rot="0">
              <a:off x="16080905" y="3359912"/>
              <a:ext cx="424688" cy="449072"/>
              <a:chOff x="0" y="0"/>
              <a:chExt cx="424688" cy="449072"/>
            </a:xfrm>
          </p:grpSpPr>
          <p:sp>
            <p:nvSpPr>
              <p:cNvPr name="Freeform 831" id="83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32" id="832"/>
            <p:cNvGrpSpPr/>
            <p:nvPr/>
          </p:nvGrpSpPr>
          <p:grpSpPr>
            <a:xfrm rot="0">
              <a:off x="16544201" y="3359912"/>
              <a:ext cx="424688" cy="449072"/>
              <a:chOff x="0" y="0"/>
              <a:chExt cx="424688" cy="449072"/>
            </a:xfrm>
          </p:grpSpPr>
          <p:sp>
            <p:nvSpPr>
              <p:cNvPr name="Freeform 833" id="83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34" id="834"/>
            <p:cNvGrpSpPr/>
            <p:nvPr/>
          </p:nvGrpSpPr>
          <p:grpSpPr>
            <a:xfrm rot="0">
              <a:off x="17007497" y="3359912"/>
              <a:ext cx="424688" cy="449072"/>
              <a:chOff x="0" y="0"/>
              <a:chExt cx="424688" cy="449072"/>
            </a:xfrm>
          </p:grpSpPr>
          <p:sp>
            <p:nvSpPr>
              <p:cNvPr name="Freeform 835" id="83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36" id="836"/>
            <p:cNvGrpSpPr/>
            <p:nvPr/>
          </p:nvGrpSpPr>
          <p:grpSpPr>
            <a:xfrm rot="0">
              <a:off x="17470793" y="3359912"/>
              <a:ext cx="424688" cy="449072"/>
              <a:chOff x="0" y="0"/>
              <a:chExt cx="424688" cy="449072"/>
            </a:xfrm>
          </p:grpSpPr>
          <p:sp>
            <p:nvSpPr>
              <p:cNvPr name="Freeform 837" id="83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38" id="838"/>
            <p:cNvGrpSpPr/>
            <p:nvPr/>
          </p:nvGrpSpPr>
          <p:grpSpPr>
            <a:xfrm rot="0">
              <a:off x="17934089" y="3359912"/>
              <a:ext cx="424688" cy="449072"/>
              <a:chOff x="0" y="0"/>
              <a:chExt cx="424688" cy="449072"/>
            </a:xfrm>
          </p:grpSpPr>
          <p:sp>
            <p:nvSpPr>
              <p:cNvPr name="Freeform 839" id="83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40" id="840"/>
            <p:cNvGrpSpPr/>
            <p:nvPr/>
          </p:nvGrpSpPr>
          <p:grpSpPr>
            <a:xfrm rot="0">
              <a:off x="18397385" y="3359912"/>
              <a:ext cx="424688" cy="449072"/>
              <a:chOff x="0" y="0"/>
              <a:chExt cx="424688" cy="449072"/>
            </a:xfrm>
          </p:grpSpPr>
          <p:sp>
            <p:nvSpPr>
              <p:cNvPr name="Freeform 841" id="84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42" id="842"/>
            <p:cNvGrpSpPr/>
            <p:nvPr/>
          </p:nvGrpSpPr>
          <p:grpSpPr>
            <a:xfrm rot="0">
              <a:off x="18860681" y="3359912"/>
              <a:ext cx="424688" cy="449072"/>
              <a:chOff x="0" y="0"/>
              <a:chExt cx="424688" cy="449072"/>
            </a:xfrm>
          </p:grpSpPr>
          <p:sp>
            <p:nvSpPr>
              <p:cNvPr name="Freeform 843" id="84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44" id="844"/>
            <p:cNvGrpSpPr/>
            <p:nvPr/>
          </p:nvGrpSpPr>
          <p:grpSpPr>
            <a:xfrm rot="0">
              <a:off x="19323977" y="3359912"/>
              <a:ext cx="424688" cy="449072"/>
              <a:chOff x="0" y="0"/>
              <a:chExt cx="424688" cy="449072"/>
            </a:xfrm>
          </p:grpSpPr>
          <p:sp>
            <p:nvSpPr>
              <p:cNvPr name="Freeform 845" id="84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46" id="846"/>
            <p:cNvGrpSpPr/>
            <p:nvPr/>
          </p:nvGrpSpPr>
          <p:grpSpPr>
            <a:xfrm rot="0">
              <a:off x="19787273" y="3359912"/>
              <a:ext cx="424688" cy="449072"/>
              <a:chOff x="0" y="0"/>
              <a:chExt cx="424688" cy="449072"/>
            </a:xfrm>
          </p:grpSpPr>
          <p:sp>
            <p:nvSpPr>
              <p:cNvPr name="Freeform 847" id="84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48" id="848"/>
            <p:cNvGrpSpPr/>
            <p:nvPr/>
          </p:nvGrpSpPr>
          <p:grpSpPr>
            <a:xfrm rot="0">
              <a:off x="20250569" y="3359912"/>
              <a:ext cx="424688" cy="449072"/>
              <a:chOff x="0" y="0"/>
              <a:chExt cx="424688" cy="449072"/>
            </a:xfrm>
          </p:grpSpPr>
          <p:sp>
            <p:nvSpPr>
              <p:cNvPr name="Freeform 849" id="84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850" id="850"/>
            <p:cNvGrpSpPr/>
            <p:nvPr/>
          </p:nvGrpSpPr>
          <p:grpSpPr>
            <a:xfrm rot="0">
              <a:off x="20713865" y="3359912"/>
              <a:ext cx="424688" cy="449072"/>
              <a:chOff x="0" y="0"/>
              <a:chExt cx="424688" cy="449072"/>
            </a:xfrm>
          </p:grpSpPr>
          <p:sp>
            <p:nvSpPr>
              <p:cNvPr name="Freeform 851" id="85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52" id="852"/>
            <p:cNvGrpSpPr/>
            <p:nvPr/>
          </p:nvGrpSpPr>
          <p:grpSpPr>
            <a:xfrm rot="0">
              <a:off x="21177161" y="3359912"/>
              <a:ext cx="424688" cy="449072"/>
              <a:chOff x="0" y="0"/>
              <a:chExt cx="424688" cy="449072"/>
            </a:xfrm>
          </p:grpSpPr>
          <p:sp>
            <p:nvSpPr>
              <p:cNvPr name="Freeform 853" id="85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54" id="854"/>
            <p:cNvGrpSpPr/>
            <p:nvPr/>
          </p:nvGrpSpPr>
          <p:grpSpPr>
            <a:xfrm rot="0">
              <a:off x="21640457" y="3359912"/>
              <a:ext cx="424688" cy="449072"/>
              <a:chOff x="0" y="0"/>
              <a:chExt cx="424688" cy="449072"/>
            </a:xfrm>
          </p:grpSpPr>
          <p:sp>
            <p:nvSpPr>
              <p:cNvPr name="Freeform 855" id="85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56" id="856"/>
            <p:cNvGrpSpPr/>
            <p:nvPr/>
          </p:nvGrpSpPr>
          <p:grpSpPr>
            <a:xfrm rot="0">
              <a:off x="22103753" y="3359912"/>
              <a:ext cx="424688" cy="449072"/>
              <a:chOff x="0" y="0"/>
              <a:chExt cx="424688" cy="449072"/>
            </a:xfrm>
          </p:grpSpPr>
          <p:sp>
            <p:nvSpPr>
              <p:cNvPr name="Freeform 857" id="85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58" id="858"/>
            <p:cNvGrpSpPr/>
            <p:nvPr/>
          </p:nvGrpSpPr>
          <p:grpSpPr>
            <a:xfrm rot="0">
              <a:off x="22567049" y="3359912"/>
              <a:ext cx="424688" cy="449072"/>
              <a:chOff x="0" y="0"/>
              <a:chExt cx="424688" cy="449072"/>
            </a:xfrm>
          </p:grpSpPr>
          <p:sp>
            <p:nvSpPr>
              <p:cNvPr name="Freeform 859" id="85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60" id="860"/>
            <p:cNvGrpSpPr/>
            <p:nvPr/>
          </p:nvGrpSpPr>
          <p:grpSpPr>
            <a:xfrm rot="0">
              <a:off x="15617609" y="3847592"/>
              <a:ext cx="424688" cy="449072"/>
              <a:chOff x="0" y="0"/>
              <a:chExt cx="424688" cy="449072"/>
            </a:xfrm>
          </p:grpSpPr>
          <p:sp>
            <p:nvSpPr>
              <p:cNvPr name="Freeform 861" id="86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862" id="862"/>
            <p:cNvGrpSpPr/>
            <p:nvPr/>
          </p:nvGrpSpPr>
          <p:grpSpPr>
            <a:xfrm rot="0">
              <a:off x="16080905" y="3847592"/>
              <a:ext cx="424688" cy="449072"/>
              <a:chOff x="0" y="0"/>
              <a:chExt cx="424688" cy="449072"/>
            </a:xfrm>
          </p:grpSpPr>
          <p:sp>
            <p:nvSpPr>
              <p:cNvPr name="Freeform 863" id="86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864" id="864"/>
            <p:cNvGrpSpPr/>
            <p:nvPr/>
          </p:nvGrpSpPr>
          <p:grpSpPr>
            <a:xfrm rot="0">
              <a:off x="16544201" y="3847592"/>
              <a:ext cx="424688" cy="449072"/>
              <a:chOff x="0" y="0"/>
              <a:chExt cx="424688" cy="449072"/>
            </a:xfrm>
          </p:grpSpPr>
          <p:sp>
            <p:nvSpPr>
              <p:cNvPr name="Freeform 865" id="86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66" id="866"/>
            <p:cNvGrpSpPr/>
            <p:nvPr/>
          </p:nvGrpSpPr>
          <p:grpSpPr>
            <a:xfrm rot="0">
              <a:off x="17007497" y="3847592"/>
              <a:ext cx="424688" cy="449072"/>
              <a:chOff x="0" y="0"/>
              <a:chExt cx="424688" cy="449072"/>
            </a:xfrm>
          </p:grpSpPr>
          <p:sp>
            <p:nvSpPr>
              <p:cNvPr name="Freeform 867" id="86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68" id="868"/>
            <p:cNvGrpSpPr/>
            <p:nvPr/>
          </p:nvGrpSpPr>
          <p:grpSpPr>
            <a:xfrm rot="0">
              <a:off x="17470793" y="3847592"/>
              <a:ext cx="424688" cy="449072"/>
              <a:chOff x="0" y="0"/>
              <a:chExt cx="424688" cy="449072"/>
            </a:xfrm>
          </p:grpSpPr>
          <p:sp>
            <p:nvSpPr>
              <p:cNvPr name="Freeform 869" id="86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70" id="870"/>
            <p:cNvGrpSpPr/>
            <p:nvPr/>
          </p:nvGrpSpPr>
          <p:grpSpPr>
            <a:xfrm rot="0">
              <a:off x="17934089" y="3847592"/>
              <a:ext cx="424688" cy="449072"/>
              <a:chOff x="0" y="0"/>
              <a:chExt cx="424688" cy="449072"/>
            </a:xfrm>
          </p:grpSpPr>
          <p:sp>
            <p:nvSpPr>
              <p:cNvPr name="Freeform 871" id="87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72" id="872"/>
            <p:cNvGrpSpPr/>
            <p:nvPr/>
          </p:nvGrpSpPr>
          <p:grpSpPr>
            <a:xfrm rot="0">
              <a:off x="18397385" y="3847592"/>
              <a:ext cx="424688" cy="449072"/>
              <a:chOff x="0" y="0"/>
              <a:chExt cx="424688" cy="449072"/>
            </a:xfrm>
          </p:grpSpPr>
          <p:sp>
            <p:nvSpPr>
              <p:cNvPr name="Freeform 873" id="87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74" id="874"/>
            <p:cNvGrpSpPr/>
            <p:nvPr/>
          </p:nvGrpSpPr>
          <p:grpSpPr>
            <a:xfrm rot="0">
              <a:off x="18860681" y="3847592"/>
              <a:ext cx="424688" cy="449072"/>
              <a:chOff x="0" y="0"/>
              <a:chExt cx="424688" cy="449072"/>
            </a:xfrm>
          </p:grpSpPr>
          <p:sp>
            <p:nvSpPr>
              <p:cNvPr name="Freeform 875" id="87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76" id="876"/>
            <p:cNvGrpSpPr/>
            <p:nvPr/>
          </p:nvGrpSpPr>
          <p:grpSpPr>
            <a:xfrm rot="0">
              <a:off x="19323977" y="3847592"/>
              <a:ext cx="424688" cy="449072"/>
              <a:chOff x="0" y="0"/>
              <a:chExt cx="424688" cy="449072"/>
            </a:xfrm>
          </p:grpSpPr>
          <p:sp>
            <p:nvSpPr>
              <p:cNvPr name="Freeform 877" id="87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78" id="878"/>
            <p:cNvGrpSpPr/>
            <p:nvPr/>
          </p:nvGrpSpPr>
          <p:grpSpPr>
            <a:xfrm rot="0">
              <a:off x="19787273" y="3847592"/>
              <a:ext cx="424688" cy="449072"/>
              <a:chOff x="0" y="0"/>
              <a:chExt cx="424688" cy="449072"/>
            </a:xfrm>
          </p:grpSpPr>
          <p:sp>
            <p:nvSpPr>
              <p:cNvPr name="Freeform 879" id="87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880" id="880"/>
            <p:cNvGrpSpPr/>
            <p:nvPr/>
          </p:nvGrpSpPr>
          <p:grpSpPr>
            <a:xfrm rot="0">
              <a:off x="20250569" y="3847592"/>
              <a:ext cx="424688" cy="449072"/>
              <a:chOff x="0" y="0"/>
              <a:chExt cx="424688" cy="449072"/>
            </a:xfrm>
          </p:grpSpPr>
          <p:sp>
            <p:nvSpPr>
              <p:cNvPr name="Freeform 881" id="88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882" id="882"/>
            <p:cNvGrpSpPr/>
            <p:nvPr/>
          </p:nvGrpSpPr>
          <p:grpSpPr>
            <a:xfrm rot="0">
              <a:off x="20713865" y="3847592"/>
              <a:ext cx="424688" cy="449072"/>
              <a:chOff x="0" y="0"/>
              <a:chExt cx="424688" cy="449072"/>
            </a:xfrm>
          </p:grpSpPr>
          <p:sp>
            <p:nvSpPr>
              <p:cNvPr name="Freeform 883" id="88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84" id="884"/>
            <p:cNvGrpSpPr/>
            <p:nvPr/>
          </p:nvGrpSpPr>
          <p:grpSpPr>
            <a:xfrm rot="0">
              <a:off x="21177161" y="3847592"/>
              <a:ext cx="424688" cy="449072"/>
              <a:chOff x="0" y="0"/>
              <a:chExt cx="424688" cy="449072"/>
            </a:xfrm>
          </p:grpSpPr>
          <p:sp>
            <p:nvSpPr>
              <p:cNvPr name="Freeform 885" id="88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86" id="886"/>
            <p:cNvGrpSpPr/>
            <p:nvPr/>
          </p:nvGrpSpPr>
          <p:grpSpPr>
            <a:xfrm rot="0">
              <a:off x="21640457" y="3847592"/>
              <a:ext cx="424688" cy="449072"/>
              <a:chOff x="0" y="0"/>
              <a:chExt cx="424688" cy="449072"/>
            </a:xfrm>
          </p:grpSpPr>
          <p:sp>
            <p:nvSpPr>
              <p:cNvPr name="Freeform 887" id="88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88" id="888"/>
            <p:cNvGrpSpPr/>
            <p:nvPr/>
          </p:nvGrpSpPr>
          <p:grpSpPr>
            <a:xfrm rot="0">
              <a:off x="22103753" y="3847592"/>
              <a:ext cx="424688" cy="449072"/>
              <a:chOff x="0" y="0"/>
              <a:chExt cx="424688" cy="449072"/>
            </a:xfrm>
          </p:grpSpPr>
          <p:sp>
            <p:nvSpPr>
              <p:cNvPr name="Freeform 889" id="88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90" id="890"/>
            <p:cNvGrpSpPr/>
            <p:nvPr/>
          </p:nvGrpSpPr>
          <p:grpSpPr>
            <a:xfrm rot="0">
              <a:off x="22567049" y="3847592"/>
              <a:ext cx="424688" cy="449072"/>
              <a:chOff x="0" y="0"/>
              <a:chExt cx="424688" cy="449072"/>
            </a:xfrm>
          </p:grpSpPr>
          <p:sp>
            <p:nvSpPr>
              <p:cNvPr name="Freeform 891" id="89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92" id="892"/>
            <p:cNvGrpSpPr/>
            <p:nvPr/>
          </p:nvGrpSpPr>
          <p:grpSpPr>
            <a:xfrm rot="0">
              <a:off x="15617609" y="4335272"/>
              <a:ext cx="424688" cy="449072"/>
              <a:chOff x="0" y="0"/>
              <a:chExt cx="424688" cy="449072"/>
            </a:xfrm>
          </p:grpSpPr>
          <p:sp>
            <p:nvSpPr>
              <p:cNvPr name="Freeform 893" id="89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894" id="894"/>
            <p:cNvGrpSpPr/>
            <p:nvPr/>
          </p:nvGrpSpPr>
          <p:grpSpPr>
            <a:xfrm rot="0">
              <a:off x="16080905" y="4335272"/>
              <a:ext cx="424688" cy="449072"/>
              <a:chOff x="0" y="0"/>
              <a:chExt cx="424688" cy="449072"/>
            </a:xfrm>
          </p:grpSpPr>
          <p:sp>
            <p:nvSpPr>
              <p:cNvPr name="Freeform 895" id="89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896" id="896"/>
            <p:cNvGrpSpPr/>
            <p:nvPr/>
          </p:nvGrpSpPr>
          <p:grpSpPr>
            <a:xfrm rot="0">
              <a:off x="16544201" y="4335272"/>
              <a:ext cx="424688" cy="449072"/>
              <a:chOff x="0" y="0"/>
              <a:chExt cx="424688" cy="449072"/>
            </a:xfrm>
          </p:grpSpPr>
          <p:sp>
            <p:nvSpPr>
              <p:cNvPr name="Freeform 897" id="89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898" id="898"/>
            <p:cNvGrpSpPr/>
            <p:nvPr/>
          </p:nvGrpSpPr>
          <p:grpSpPr>
            <a:xfrm rot="0">
              <a:off x="17007497" y="4335272"/>
              <a:ext cx="424688" cy="449072"/>
              <a:chOff x="0" y="0"/>
              <a:chExt cx="424688" cy="449072"/>
            </a:xfrm>
          </p:grpSpPr>
          <p:sp>
            <p:nvSpPr>
              <p:cNvPr name="Freeform 899" id="89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00" id="900"/>
            <p:cNvGrpSpPr/>
            <p:nvPr/>
          </p:nvGrpSpPr>
          <p:grpSpPr>
            <a:xfrm rot="0">
              <a:off x="17470793" y="4335272"/>
              <a:ext cx="424688" cy="449072"/>
              <a:chOff x="0" y="0"/>
              <a:chExt cx="424688" cy="449072"/>
            </a:xfrm>
          </p:grpSpPr>
          <p:sp>
            <p:nvSpPr>
              <p:cNvPr name="Freeform 901" id="90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02" id="902"/>
            <p:cNvGrpSpPr/>
            <p:nvPr/>
          </p:nvGrpSpPr>
          <p:grpSpPr>
            <a:xfrm rot="0">
              <a:off x="17934089" y="4335272"/>
              <a:ext cx="424688" cy="449072"/>
              <a:chOff x="0" y="0"/>
              <a:chExt cx="424688" cy="449072"/>
            </a:xfrm>
          </p:grpSpPr>
          <p:sp>
            <p:nvSpPr>
              <p:cNvPr name="Freeform 903" id="90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04" id="904"/>
            <p:cNvGrpSpPr/>
            <p:nvPr/>
          </p:nvGrpSpPr>
          <p:grpSpPr>
            <a:xfrm rot="0">
              <a:off x="18397385" y="4335272"/>
              <a:ext cx="424688" cy="449072"/>
              <a:chOff x="0" y="0"/>
              <a:chExt cx="424688" cy="449072"/>
            </a:xfrm>
          </p:grpSpPr>
          <p:sp>
            <p:nvSpPr>
              <p:cNvPr name="Freeform 905" id="90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06" id="906"/>
            <p:cNvGrpSpPr/>
            <p:nvPr/>
          </p:nvGrpSpPr>
          <p:grpSpPr>
            <a:xfrm rot="0">
              <a:off x="18860681" y="4335272"/>
              <a:ext cx="424688" cy="449072"/>
              <a:chOff x="0" y="0"/>
              <a:chExt cx="424688" cy="449072"/>
            </a:xfrm>
          </p:grpSpPr>
          <p:sp>
            <p:nvSpPr>
              <p:cNvPr name="Freeform 907" id="90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08" id="908"/>
            <p:cNvGrpSpPr/>
            <p:nvPr/>
          </p:nvGrpSpPr>
          <p:grpSpPr>
            <a:xfrm rot="0">
              <a:off x="19323977" y="4335272"/>
              <a:ext cx="424688" cy="449072"/>
              <a:chOff x="0" y="0"/>
              <a:chExt cx="424688" cy="449072"/>
            </a:xfrm>
          </p:grpSpPr>
          <p:sp>
            <p:nvSpPr>
              <p:cNvPr name="Freeform 909" id="90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910" id="910"/>
            <p:cNvGrpSpPr/>
            <p:nvPr/>
          </p:nvGrpSpPr>
          <p:grpSpPr>
            <a:xfrm rot="0">
              <a:off x="19787273" y="4335272"/>
              <a:ext cx="424688" cy="449072"/>
              <a:chOff x="0" y="0"/>
              <a:chExt cx="424688" cy="449072"/>
            </a:xfrm>
          </p:grpSpPr>
          <p:sp>
            <p:nvSpPr>
              <p:cNvPr name="Freeform 911" id="91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912" id="912"/>
            <p:cNvGrpSpPr/>
            <p:nvPr/>
          </p:nvGrpSpPr>
          <p:grpSpPr>
            <a:xfrm rot="0">
              <a:off x="20250569" y="4335272"/>
              <a:ext cx="424688" cy="449072"/>
              <a:chOff x="0" y="0"/>
              <a:chExt cx="424688" cy="449072"/>
            </a:xfrm>
          </p:grpSpPr>
          <p:sp>
            <p:nvSpPr>
              <p:cNvPr name="Freeform 913" id="91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14" id="914"/>
            <p:cNvGrpSpPr/>
            <p:nvPr/>
          </p:nvGrpSpPr>
          <p:grpSpPr>
            <a:xfrm rot="0">
              <a:off x="20713865" y="4335272"/>
              <a:ext cx="424688" cy="449072"/>
              <a:chOff x="0" y="0"/>
              <a:chExt cx="424688" cy="449072"/>
            </a:xfrm>
          </p:grpSpPr>
          <p:sp>
            <p:nvSpPr>
              <p:cNvPr name="Freeform 915" id="91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16" id="916"/>
            <p:cNvGrpSpPr/>
            <p:nvPr/>
          </p:nvGrpSpPr>
          <p:grpSpPr>
            <a:xfrm rot="0">
              <a:off x="21177161" y="4335272"/>
              <a:ext cx="424688" cy="449072"/>
              <a:chOff x="0" y="0"/>
              <a:chExt cx="424688" cy="449072"/>
            </a:xfrm>
          </p:grpSpPr>
          <p:sp>
            <p:nvSpPr>
              <p:cNvPr name="Freeform 917" id="91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18" id="918"/>
            <p:cNvGrpSpPr/>
            <p:nvPr/>
          </p:nvGrpSpPr>
          <p:grpSpPr>
            <a:xfrm rot="0">
              <a:off x="21640457" y="4335272"/>
              <a:ext cx="424688" cy="449072"/>
              <a:chOff x="0" y="0"/>
              <a:chExt cx="424688" cy="449072"/>
            </a:xfrm>
          </p:grpSpPr>
          <p:sp>
            <p:nvSpPr>
              <p:cNvPr name="Freeform 919" id="91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20" id="920"/>
            <p:cNvGrpSpPr/>
            <p:nvPr/>
          </p:nvGrpSpPr>
          <p:grpSpPr>
            <a:xfrm rot="0">
              <a:off x="22103753" y="4335272"/>
              <a:ext cx="424688" cy="449072"/>
              <a:chOff x="0" y="0"/>
              <a:chExt cx="424688" cy="449072"/>
            </a:xfrm>
          </p:grpSpPr>
          <p:sp>
            <p:nvSpPr>
              <p:cNvPr name="Freeform 921" id="92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22" id="922"/>
            <p:cNvGrpSpPr/>
            <p:nvPr/>
          </p:nvGrpSpPr>
          <p:grpSpPr>
            <a:xfrm rot="0">
              <a:off x="22567049" y="4335272"/>
              <a:ext cx="424688" cy="449072"/>
              <a:chOff x="0" y="0"/>
              <a:chExt cx="424688" cy="449072"/>
            </a:xfrm>
          </p:grpSpPr>
          <p:sp>
            <p:nvSpPr>
              <p:cNvPr name="Freeform 923" id="92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24" id="924"/>
            <p:cNvGrpSpPr/>
            <p:nvPr/>
          </p:nvGrpSpPr>
          <p:grpSpPr>
            <a:xfrm rot="0">
              <a:off x="15617609" y="4822952"/>
              <a:ext cx="424688" cy="449072"/>
              <a:chOff x="0" y="0"/>
              <a:chExt cx="424688" cy="449072"/>
            </a:xfrm>
          </p:grpSpPr>
          <p:sp>
            <p:nvSpPr>
              <p:cNvPr name="Freeform 925" id="92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26" id="926"/>
            <p:cNvGrpSpPr/>
            <p:nvPr/>
          </p:nvGrpSpPr>
          <p:grpSpPr>
            <a:xfrm rot="0">
              <a:off x="16080905" y="4822952"/>
              <a:ext cx="424688" cy="449072"/>
              <a:chOff x="0" y="0"/>
              <a:chExt cx="424688" cy="449072"/>
            </a:xfrm>
          </p:grpSpPr>
          <p:sp>
            <p:nvSpPr>
              <p:cNvPr name="Freeform 927" id="92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28" id="928"/>
            <p:cNvGrpSpPr/>
            <p:nvPr/>
          </p:nvGrpSpPr>
          <p:grpSpPr>
            <a:xfrm rot="0">
              <a:off x="16544201" y="4822952"/>
              <a:ext cx="424688" cy="449072"/>
              <a:chOff x="0" y="0"/>
              <a:chExt cx="424688" cy="449072"/>
            </a:xfrm>
          </p:grpSpPr>
          <p:sp>
            <p:nvSpPr>
              <p:cNvPr name="Freeform 929" id="92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930" id="930"/>
            <p:cNvGrpSpPr/>
            <p:nvPr/>
          </p:nvGrpSpPr>
          <p:grpSpPr>
            <a:xfrm rot="0">
              <a:off x="17007497" y="4822952"/>
              <a:ext cx="424688" cy="449072"/>
              <a:chOff x="0" y="0"/>
              <a:chExt cx="424688" cy="449072"/>
            </a:xfrm>
          </p:grpSpPr>
          <p:sp>
            <p:nvSpPr>
              <p:cNvPr name="Freeform 931" id="93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932" id="932"/>
            <p:cNvGrpSpPr/>
            <p:nvPr/>
          </p:nvGrpSpPr>
          <p:grpSpPr>
            <a:xfrm rot="0">
              <a:off x="17470793" y="4822952"/>
              <a:ext cx="424688" cy="449072"/>
              <a:chOff x="0" y="0"/>
              <a:chExt cx="424688" cy="449072"/>
            </a:xfrm>
          </p:grpSpPr>
          <p:sp>
            <p:nvSpPr>
              <p:cNvPr name="Freeform 933" id="93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34" id="934"/>
            <p:cNvGrpSpPr/>
            <p:nvPr/>
          </p:nvGrpSpPr>
          <p:grpSpPr>
            <a:xfrm rot="0">
              <a:off x="17934089" y="4822952"/>
              <a:ext cx="424688" cy="449072"/>
              <a:chOff x="0" y="0"/>
              <a:chExt cx="424688" cy="449072"/>
            </a:xfrm>
          </p:grpSpPr>
          <p:sp>
            <p:nvSpPr>
              <p:cNvPr name="Freeform 935" id="93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36" id="936"/>
            <p:cNvGrpSpPr/>
            <p:nvPr/>
          </p:nvGrpSpPr>
          <p:grpSpPr>
            <a:xfrm rot="0">
              <a:off x="18397385" y="4822952"/>
              <a:ext cx="424688" cy="449072"/>
              <a:chOff x="0" y="0"/>
              <a:chExt cx="424688" cy="449072"/>
            </a:xfrm>
          </p:grpSpPr>
          <p:sp>
            <p:nvSpPr>
              <p:cNvPr name="Freeform 937" id="93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38" id="938"/>
            <p:cNvGrpSpPr/>
            <p:nvPr/>
          </p:nvGrpSpPr>
          <p:grpSpPr>
            <a:xfrm rot="0">
              <a:off x="18860681" y="4822952"/>
              <a:ext cx="424688" cy="449072"/>
              <a:chOff x="0" y="0"/>
              <a:chExt cx="424688" cy="449072"/>
            </a:xfrm>
          </p:grpSpPr>
          <p:sp>
            <p:nvSpPr>
              <p:cNvPr name="Freeform 939" id="93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940" id="940"/>
            <p:cNvGrpSpPr/>
            <p:nvPr/>
          </p:nvGrpSpPr>
          <p:grpSpPr>
            <a:xfrm rot="0">
              <a:off x="19323977" y="4822952"/>
              <a:ext cx="424688" cy="449072"/>
              <a:chOff x="0" y="0"/>
              <a:chExt cx="424688" cy="449072"/>
            </a:xfrm>
          </p:grpSpPr>
          <p:sp>
            <p:nvSpPr>
              <p:cNvPr name="Freeform 941" id="94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942" id="942"/>
            <p:cNvGrpSpPr/>
            <p:nvPr/>
          </p:nvGrpSpPr>
          <p:grpSpPr>
            <a:xfrm rot="0">
              <a:off x="19787273" y="4822952"/>
              <a:ext cx="424688" cy="449072"/>
              <a:chOff x="0" y="0"/>
              <a:chExt cx="424688" cy="449072"/>
            </a:xfrm>
          </p:grpSpPr>
          <p:sp>
            <p:nvSpPr>
              <p:cNvPr name="Freeform 943" id="94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44" id="944"/>
            <p:cNvGrpSpPr/>
            <p:nvPr/>
          </p:nvGrpSpPr>
          <p:grpSpPr>
            <a:xfrm rot="0">
              <a:off x="20250569" y="4822952"/>
              <a:ext cx="424688" cy="449072"/>
              <a:chOff x="0" y="0"/>
              <a:chExt cx="424688" cy="449072"/>
            </a:xfrm>
          </p:grpSpPr>
          <p:sp>
            <p:nvSpPr>
              <p:cNvPr name="Freeform 945" id="94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46" id="946"/>
            <p:cNvGrpSpPr/>
            <p:nvPr/>
          </p:nvGrpSpPr>
          <p:grpSpPr>
            <a:xfrm rot="0">
              <a:off x="20713865" y="4822952"/>
              <a:ext cx="424688" cy="449072"/>
              <a:chOff x="0" y="0"/>
              <a:chExt cx="424688" cy="449072"/>
            </a:xfrm>
          </p:grpSpPr>
          <p:sp>
            <p:nvSpPr>
              <p:cNvPr name="Freeform 947" id="94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48" id="948"/>
            <p:cNvGrpSpPr/>
            <p:nvPr/>
          </p:nvGrpSpPr>
          <p:grpSpPr>
            <a:xfrm rot="0">
              <a:off x="21177161" y="4822952"/>
              <a:ext cx="424688" cy="449072"/>
              <a:chOff x="0" y="0"/>
              <a:chExt cx="424688" cy="449072"/>
            </a:xfrm>
          </p:grpSpPr>
          <p:sp>
            <p:nvSpPr>
              <p:cNvPr name="Freeform 949" id="94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50" id="950"/>
            <p:cNvGrpSpPr/>
            <p:nvPr/>
          </p:nvGrpSpPr>
          <p:grpSpPr>
            <a:xfrm rot="0">
              <a:off x="21640457" y="4822952"/>
              <a:ext cx="424688" cy="449072"/>
              <a:chOff x="0" y="0"/>
              <a:chExt cx="424688" cy="449072"/>
            </a:xfrm>
          </p:grpSpPr>
          <p:sp>
            <p:nvSpPr>
              <p:cNvPr name="Freeform 951" id="95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52" id="952"/>
            <p:cNvGrpSpPr/>
            <p:nvPr/>
          </p:nvGrpSpPr>
          <p:grpSpPr>
            <a:xfrm rot="0">
              <a:off x="22103753" y="4822952"/>
              <a:ext cx="424688" cy="449072"/>
              <a:chOff x="0" y="0"/>
              <a:chExt cx="424688" cy="449072"/>
            </a:xfrm>
          </p:grpSpPr>
          <p:sp>
            <p:nvSpPr>
              <p:cNvPr name="Freeform 953" id="95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54" id="954"/>
            <p:cNvGrpSpPr/>
            <p:nvPr/>
          </p:nvGrpSpPr>
          <p:grpSpPr>
            <a:xfrm rot="0">
              <a:off x="22567049" y="4822952"/>
              <a:ext cx="424688" cy="449072"/>
              <a:chOff x="0" y="0"/>
              <a:chExt cx="424688" cy="449072"/>
            </a:xfrm>
          </p:grpSpPr>
          <p:sp>
            <p:nvSpPr>
              <p:cNvPr name="Freeform 955" id="95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56" id="956"/>
            <p:cNvGrpSpPr/>
            <p:nvPr/>
          </p:nvGrpSpPr>
          <p:grpSpPr>
            <a:xfrm rot="0">
              <a:off x="15617609" y="5310632"/>
              <a:ext cx="424688" cy="449072"/>
              <a:chOff x="0" y="0"/>
              <a:chExt cx="424688" cy="449072"/>
            </a:xfrm>
          </p:grpSpPr>
          <p:sp>
            <p:nvSpPr>
              <p:cNvPr name="Freeform 957" id="95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58" id="958"/>
            <p:cNvGrpSpPr/>
            <p:nvPr/>
          </p:nvGrpSpPr>
          <p:grpSpPr>
            <a:xfrm rot="0">
              <a:off x="16080905" y="5310632"/>
              <a:ext cx="424688" cy="449072"/>
              <a:chOff x="0" y="0"/>
              <a:chExt cx="424688" cy="449072"/>
            </a:xfrm>
          </p:grpSpPr>
          <p:sp>
            <p:nvSpPr>
              <p:cNvPr name="Freeform 959" id="95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60" id="960"/>
            <p:cNvGrpSpPr/>
            <p:nvPr/>
          </p:nvGrpSpPr>
          <p:grpSpPr>
            <a:xfrm rot="0">
              <a:off x="16544201" y="5310632"/>
              <a:ext cx="424688" cy="449072"/>
              <a:chOff x="0" y="0"/>
              <a:chExt cx="424688" cy="449072"/>
            </a:xfrm>
          </p:grpSpPr>
          <p:sp>
            <p:nvSpPr>
              <p:cNvPr name="Freeform 961" id="96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62" id="962"/>
            <p:cNvGrpSpPr/>
            <p:nvPr/>
          </p:nvGrpSpPr>
          <p:grpSpPr>
            <a:xfrm rot="0">
              <a:off x="17007497" y="5310632"/>
              <a:ext cx="424688" cy="449072"/>
              <a:chOff x="0" y="0"/>
              <a:chExt cx="424688" cy="449072"/>
            </a:xfrm>
          </p:grpSpPr>
          <p:sp>
            <p:nvSpPr>
              <p:cNvPr name="Freeform 963" id="96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964" id="964"/>
            <p:cNvGrpSpPr/>
            <p:nvPr/>
          </p:nvGrpSpPr>
          <p:grpSpPr>
            <a:xfrm rot="0">
              <a:off x="17470793" y="5310632"/>
              <a:ext cx="424688" cy="449072"/>
              <a:chOff x="0" y="0"/>
              <a:chExt cx="424688" cy="449072"/>
            </a:xfrm>
          </p:grpSpPr>
          <p:sp>
            <p:nvSpPr>
              <p:cNvPr name="Freeform 965" id="96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966" id="966"/>
            <p:cNvGrpSpPr/>
            <p:nvPr/>
          </p:nvGrpSpPr>
          <p:grpSpPr>
            <a:xfrm rot="0">
              <a:off x="17934089" y="5310632"/>
              <a:ext cx="424688" cy="449072"/>
              <a:chOff x="0" y="0"/>
              <a:chExt cx="424688" cy="449072"/>
            </a:xfrm>
          </p:grpSpPr>
          <p:sp>
            <p:nvSpPr>
              <p:cNvPr name="Freeform 967" id="96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968" id="968"/>
            <p:cNvGrpSpPr/>
            <p:nvPr/>
          </p:nvGrpSpPr>
          <p:grpSpPr>
            <a:xfrm rot="0">
              <a:off x="18397385" y="5310632"/>
              <a:ext cx="424688" cy="449072"/>
              <a:chOff x="0" y="0"/>
              <a:chExt cx="424688" cy="449072"/>
            </a:xfrm>
          </p:grpSpPr>
          <p:sp>
            <p:nvSpPr>
              <p:cNvPr name="Freeform 969" id="96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970" id="970"/>
            <p:cNvGrpSpPr/>
            <p:nvPr/>
          </p:nvGrpSpPr>
          <p:grpSpPr>
            <a:xfrm rot="0">
              <a:off x="18860681" y="5310632"/>
              <a:ext cx="424688" cy="449072"/>
              <a:chOff x="0" y="0"/>
              <a:chExt cx="424688" cy="449072"/>
            </a:xfrm>
          </p:grpSpPr>
          <p:sp>
            <p:nvSpPr>
              <p:cNvPr name="Freeform 971" id="97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6AC4EA"/>
              </a:solidFill>
              <a:ln w="7620" cap="sq">
                <a:solidFill>
                  <a:srgbClr val="003300"/>
                </a:solidFill>
                <a:prstDash val="solid"/>
                <a:miter/>
              </a:ln>
            </p:spPr>
          </p:sp>
        </p:grpSp>
        <p:grpSp>
          <p:nvGrpSpPr>
            <p:cNvPr name="Group 972" id="972"/>
            <p:cNvGrpSpPr/>
            <p:nvPr/>
          </p:nvGrpSpPr>
          <p:grpSpPr>
            <a:xfrm rot="0">
              <a:off x="19323977" y="5310632"/>
              <a:ext cx="424688" cy="449072"/>
              <a:chOff x="0" y="0"/>
              <a:chExt cx="424688" cy="449072"/>
            </a:xfrm>
          </p:grpSpPr>
          <p:sp>
            <p:nvSpPr>
              <p:cNvPr name="Freeform 973" id="97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74" id="974"/>
            <p:cNvGrpSpPr/>
            <p:nvPr/>
          </p:nvGrpSpPr>
          <p:grpSpPr>
            <a:xfrm rot="0">
              <a:off x="19787273" y="5310632"/>
              <a:ext cx="424688" cy="449072"/>
              <a:chOff x="0" y="0"/>
              <a:chExt cx="424688" cy="449072"/>
            </a:xfrm>
          </p:grpSpPr>
          <p:sp>
            <p:nvSpPr>
              <p:cNvPr name="Freeform 975" id="97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76" id="976"/>
            <p:cNvGrpSpPr/>
            <p:nvPr/>
          </p:nvGrpSpPr>
          <p:grpSpPr>
            <a:xfrm rot="0">
              <a:off x="20250569" y="5310632"/>
              <a:ext cx="424688" cy="449072"/>
              <a:chOff x="0" y="0"/>
              <a:chExt cx="424688" cy="449072"/>
            </a:xfrm>
          </p:grpSpPr>
          <p:sp>
            <p:nvSpPr>
              <p:cNvPr name="Freeform 977" id="97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78" id="978"/>
            <p:cNvGrpSpPr/>
            <p:nvPr/>
          </p:nvGrpSpPr>
          <p:grpSpPr>
            <a:xfrm rot="0">
              <a:off x="20713865" y="5310632"/>
              <a:ext cx="424688" cy="449072"/>
              <a:chOff x="0" y="0"/>
              <a:chExt cx="424688" cy="449072"/>
            </a:xfrm>
          </p:grpSpPr>
          <p:sp>
            <p:nvSpPr>
              <p:cNvPr name="Freeform 979" id="979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80" id="980"/>
            <p:cNvGrpSpPr/>
            <p:nvPr/>
          </p:nvGrpSpPr>
          <p:grpSpPr>
            <a:xfrm rot="0">
              <a:off x="21177161" y="5310632"/>
              <a:ext cx="424688" cy="449072"/>
              <a:chOff x="0" y="0"/>
              <a:chExt cx="424688" cy="449072"/>
            </a:xfrm>
          </p:grpSpPr>
          <p:sp>
            <p:nvSpPr>
              <p:cNvPr name="Freeform 981" id="981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82" id="982"/>
            <p:cNvGrpSpPr/>
            <p:nvPr/>
          </p:nvGrpSpPr>
          <p:grpSpPr>
            <a:xfrm rot="0">
              <a:off x="21640457" y="5310632"/>
              <a:ext cx="424688" cy="449072"/>
              <a:chOff x="0" y="0"/>
              <a:chExt cx="424688" cy="449072"/>
            </a:xfrm>
          </p:grpSpPr>
          <p:sp>
            <p:nvSpPr>
              <p:cNvPr name="Freeform 983" id="983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84" id="984"/>
            <p:cNvGrpSpPr/>
            <p:nvPr/>
          </p:nvGrpSpPr>
          <p:grpSpPr>
            <a:xfrm rot="0">
              <a:off x="22103753" y="5310632"/>
              <a:ext cx="424688" cy="449072"/>
              <a:chOff x="0" y="0"/>
              <a:chExt cx="424688" cy="449072"/>
            </a:xfrm>
          </p:grpSpPr>
          <p:sp>
            <p:nvSpPr>
              <p:cNvPr name="Freeform 985" id="985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86" id="986"/>
            <p:cNvGrpSpPr/>
            <p:nvPr/>
          </p:nvGrpSpPr>
          <p:grpSpPr>
            <a:xfrm rot="0">
              <a:off x="22567049" y="5310632"/>
              <a:ext cx="424688" cy="449072"/>
              <a:chOff x="0" y="0"/>
              <a:chExt cx="424688" cy="449072"/>
            </a:xfrm>
          </p:grpSpPr>
          <p:sp>
            <p:nvSpPr>
              <p:cNvPr name="Freeform 987" id="987"/>
              <p:cNvSpPr/>
              <p:nvPr/>
            </p:nvSpPr>
            <p:spPr>
              <a:xfrm flipH="false" flipV="false" rot="0">
                <a:off x="0" y="0"/>
                <a:ext cx="424688" cy="449072"/>
              </a:xfrm>
              <a:custGeom>
                <a:avLst/>
                <a:gdLst/>
                <a:ahLst/>
                <a:cxnLst/>
                <a:rect r="r" b="b" t="t" l="l"/>
                <a:pathLst>
                  <a:path h="449072" w="424688">
                    <a:moveTo>
                      <a:pt x="0" y="0"/>
                    </a:moveTo>
                    <a:lnTo>
                      <a:pt x="424688" y="0"/>
                    </a:lnTo>
                    <a:lnTo>
                      <a:pt x="424688" y="449072"/>
                    </a:lnTo>
                    <a:lnTo>
                      <a:pt x="0" y="449072"/>
                    </a:lnTo>
                    <a:close/>
                  </a:path>
                </a:pathLst>
              </a:custGeom>
              <a:solidFill>
                <a:srgbClr val="888888"/>
              </a:solidFill>
              <a:ln w="7620" cap="sq">
                <a:solidFill>
                  <a:srgbClr val="111111"/>
                </a:solidFill>
                <a:prstDash val="solid"/>
                <a:miter/>
              </a:ln>
            </p:spPr>
          </p:sp>
        </p:grpSp>
        <p:grpSp>
          <p:nvGrpSpPr>
            <p:cNvPr name="Group 988" id="988"/>
            <p:cNvGrpSpPr/>
            <p:nvPr/>
          </p:nvGrpSpPr>
          <p:grpSpPr>
            <a:xfrm rot="0">
              <a:off x="15605760" y="6030303"/>
              <a:ext cx="7446607" cy="2106511"/>
              <a:chOff x="0" y="0"/>
              <a:chExt cx="7446607" cy="2106511"/>
            </a:xfrm>
          </p:grpSpPr>
          <p:sp>
            <p:nvSpPr>
              <p:cNvPr name="Freeform 989" id="989"/>
              <p:cNvSpPr/>
              <p:nvPr/>
            </p:nvSpPr>
            <p:spPr>
              <a:xfrm flipH="false" flipV="false" rot="0">
                <a:off x="0" y="0"/>
                <a:ext cx="7446645" cy="2106549"/>
              </a:xfrm>
              <a:custGeom>
                <a:avLst/>
                <a:gdLst/>
                <a:ahLst/>
                <a:cxnLst/>
                <a:rect r="r" b="b" t="t" l="l"/>
                <a:pathLst>
                  <a:path h="2106549" w="7446645">
                    <a:moveTo>
                      <a:pt x="0" y="148717"/>
                    </a:moveTo>
                    <a:cubicBezTo>
                      <a:pt x="0" y="66548"/>
                      <a:pt x="66548" y="0"/>
                      <a:pt x="148717" y="0"/>
                    </a:cubicBezTo>
                    <a:lnTo>
                      <a:pt x="7297928" y="0"/>
                    </a:lnTo>
                    <a:cubicBezTo>
                      <a:pt x="7380097" y="0"/>
                      <a:pt x="7446645" y="66548"/>
                      <a:pt x="7446645" y="148717"/>
                    </a:cubicBezTo>
                    <a:lnTo>
                      <a:pt x="7446645" y="1957832"/>
                    </a:lnTo>
                    <a:cubicBezTo>
                      <a:pt x="7446645" y="2040001"/>
                      <a:pt x="7380097" y="2106549"/>
                      <a:pt x="7297928" y="2106549"/>
                    </a:cubicBezTo>
                    <a:lnTo>
                      <a:pt x="148717" y="2106549"/>
                    </a:lnTo>
                    <a:cubicBezTo>
                      <a:pt x="66548" y="2106549"/>
                      <a:pt x="0" y="2039874"/>
                      <a:pt x="0" y="1957832"/>
                    </a:cubicBezTo>
                    <a:close/>
                  </a:path>
                </a:pathLst>
              </a:custGeom>
              <a:solidFill>
                <a:srgbClr val="222222"/>
              </a:solidFill>
              <a:ln w="25400" cap="sq">
                <a:solidFill>
                  <a:srgbClr val="9CFFFF"/>
                </a:solidFill>
                <a:prstDash val="solid"/>
                <a:miter/>
              </a:ln>
            </p:spPr>
          </p:sp>
        </p:grpSp>
        <p:grpSp>
          <p:nvGrpSpPr>
            <p:cNvPr name="Group 990" id="990"/>
            <p:cNvGrpSpPr/>
            <p:nvPr/>
          </p:nvGrpSpPr>
          <p:grpSpPr>
            <a:xfrm rot="0">
              <a:off x="15744609" y="6291072"/>
              <a:ext cx="7168896" cy="1755648"/>
              <a:chOff x="0" y="0"/>
              <a:chExt cx="7168896" cy="1755648"/>
            </a:xfrm>
          </p:grpSpPr>
          <p:sp>
            <p:nvSpPr>
              <p:cNvPr name="Freeform 991" id="991"/>
              <p:cNvSpPr/>
              <p:nvPr/>
            </p:nvSpPr>
            <p:spPr>
              <a:xfrm flipH="false" flipV="false" rot="0">
                <a:off x="0" y="0"/>
                <a:ext cx="71688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7168896">
                    <a:moveTo>
                      <a:pt x="0" y="0"/>
                    </a:moveTo>
                    <a:lnTo>
                      <a:pt x="7168896" y="0"/>
                    </a:lnTo>
                    <a:lnTo>
                      <a:pt x="71688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9563" r="0" b="-29563"/>
                </a:stretch>
              </a:blipFill>
            </p:spPr>
          </p:sp>
          <p:sp>
            <p:nvSpPr>
              <p:cNvPr name="TextBox 992" id="992"/>
              <p:cNvSpPr txBox="true"/>
              <p:nvPr/>
            </p:nvSpPr>
            <p:spPr>
              <a:xfrm>
                <a:off x="0" y="-9525"/>
                <a:ext cx="7168896" cy="17651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0" indent="0" lvl="0">
                  <a:lnSpc>
                    <a:spcPts val="2879"/>
                  </a:lnSpc>
                  <a:spcBef>
                    <a:spcPct val="0"/>
                  </a:spcBef>
                </a:pPr>
                <a:r>
                  <a:rPr lang="en-US" sz="2399" strike="noStrike" u="none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 = sin(c * π / 10)</a:t>
                </a:r>
              </a:p>
              <a:p>
                <a:pPr algn="l" marL="0" indent="0" lvl="0">
                  <a:lnSpc>
                    <a:spcPts val="2879"/>
                  </a:lnSpc>
                  <a:spcBef>
                    <a:spcPct val="0"/>
                  </a:spcBef>
                </a:pPr>
                <a:r>
                  <a:rPr lang="en-US" sz="2399" strike="noStrike" u="none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→ setPixel(r, c, 255)</a:t>
                </a:r>
              </a:p>
            </p:txBody>
          </p:sp>
        </p:grpSp>
      </p:grpSp>
      <p:grpSp>
        <p:nvGrpSpPr>
          <p:cNvPr name="Group 993" id="993"/>
          <p:cNvGrpSpPr/>
          <p:nvPr/>
        </p:nvGrpSpPr>
        <p:grpSpPr>
          <a:xfrm rot="0">
            <a:off x="718818" y="8405755"/>
            <a:ext cx="16850363" cy="1634747"/>
            <a:chOff x="0" y="0"/>
            <a:chExt cx="22467151" cy="2179663"/>
          </a:xfrm>
        </p:grpSpPr>
        <p:grpSp>
          <p:nvGrpSpPr>
            <p:cNvPr name="Group 994" id="994"/>
            <p:cNvGrpSpPr/>
            <p:nvPr/>
          </p:nvGrpSpPr>
          <p:grpSpPr>
            <a:xfrm rot="0">
              <a:off x="0" y="0"/>
              <a:ext cx="22467151" cy="2179663"/>
              <a:chOff x="0" y="0"/>
              <a:chExt cx="22467151" cy="2179663"/>
            </a:xfrm>
          </p:grpSpPr>
          <p:sp>
            <p:nvSpPr>
              <p:cNvPr name="Freeform 995" id="995"/>
              <p:cNvSpPr/>
              <p:nvPr/>
            </p:nvSpPr>
            <p:spPr>
              <a:xfrm flipH="false" flipV="false" rot="0">
                <a:off x="0" y="0"/>
                <a:ext cx="22467061" cy="2179574"/>
              </a:xfrm>
              <a:custGeom>
                <a:avLst/>
                <a:gdLst/>
                <a:ahLst/>
                <a:cxnLst/>
                <a:rect r="r" b="b" t="t" l="l"/>
                <a:pathLst>
                  <a:path h="2179574" w="22467061">
                    <a:moveTo>
                      <a:pt x="0" y="198120"/>
                    </a:moveTo>
                    <a:cubicBezTo>
                      <a:pt x="0" y="88773"/>
                      <a:pt x="88773" y="0"/>
                      <a:pt x="198120" y="0"/>
                    </a:cubicBezTo>
                    <a:lnTo>
                      <a:pt x="22268942" y="0"/>
                    </a:lnTo>
                    <a:cubicBezTo>
                      <a:pt x="22378415" y="0"/>
                      <a:pt x="22467061" y="88773"/>
                      <a:pt x="22467061" y="198120"/>
                    </a:cubicBezTo>
                    <a:lnTo>
                      <a:pt x="22467061" y="1981454"/>
                    </a:lnTo>
                    <a:cubicBezTo>
                      <a:pt x="22467061" y="2090928"/>
                      <a:pt x="22378288" y="2179574"/>
                      <a:pt x="22268942" y="2179574"/>
                    </a:cubicBezTo>
                    <a:lnTo>
                      <a:pt x="198120" y="2179574"/>
                    </a:lnTo>
                    <a:cubicBezTo>
                      <a:pt x="88646" y="2179574"/>
                      <a:pt x="0" y="2090801"/>
                      <a:pt x="0" y="1981454"/>
                    </a:cubicBezTo>
                    <a:close/>
                  </a:path>
                </a:pathLst>
              </a:custGeom>
              <a:solidFill>
                <a:srgbClr val="17171B"/>
              </a:solidFill>
              <a:ln w="25400" cap="sq">
                <a:solidFill>
                  <a:srgbClr val="9CFFFF"/>
                </a:solidFill>
                <a:prstDash val="solid"/>
                <a:miter/>
              </a:ln>
            </p:spPr>
          </p:sp>
        </p:grpSp>
        <p:grpSp>
          <p:nvGrpSpPr>
            <p:cNvPr name="Group 996" id="996"/>
            <p:cNvGrpSpPr/>
            <p:nvPr/>
          </p:nvGrpSpPr>
          <p:grpSpPr>
            <a:xfrm rot="0">
              <a:off x="16935" y="465568"/>
              <a:ext cx="3535680" cy="1297295"/>
              <a:chOff x="0" y="0"/>
              <a:chExt cx="3535680" cy="1297295"/>
            </a:xfrm>
          </p:grpSpPr>
          <p:sp>
            <p:nvSpPr>
              <p:cNvPr name="Freeform 997" id="997"/>
              <p:cNvSpPr/>
              <p:nvPr/>
            </p:nvSpPr>
            <p:spPr>
              <a:xfrm flipH="false" flipV="false" rot="0">
                <a:off x="0" y="0"/>
                <a:ext cx="3535680" cy="1297295"/>
              </a:xfrm>
              <a:custGeom>
                <a:avLst/>
                <a:gdLst/>
                <a:ahLst/>
                <a:cxnLst/>
                <a:rect r="r" b="b" t="t" l="l"/>
                <a:pathLst>
                  <a:path h="1297295" w="3535680">
                    <a:moveTo>
                      <a:pt x="0" y="0"/>
                    </a:moveTo>
                    <a:lnTo>
                      <a:pt x="3535680" y="0"/>
                    </a:lnTo>
                    <a:lnTo>
                      <a:pt x="3535680" y="1297295"/>
                    </a:lnTo>
                    <a:lnTo>
                      <a:pt x="0" y="1297295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6790" r="0" b="20580"/>
                </a:stretch>
              </a:blipFill>
            </p:spPr>
          </p:sp>
          <p:sp>
            <p:nvSpPr>
              <p:cNvPr name="TextBox 998" id="998"/>
              <p:cNvSpPr txBox="true"/>
              <p:nvPr/>
            </p:nvSpPr>
            <p:spPr>
              <a:xfrm>
                <a:off x="0" y="9525"/>
                <a:ext cx="3535680" cy="12877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>
                    <a:solidFill>
                      <a:srgbClr val="E8E8E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Botão XADREZ</a:t>
                </a:r>
              </a:p>
            </p:txBody>
          </p:sp>
        </p:grpSp>
        <p:grpSp>
          <p:nvGrpSpPr>
            <p:cNvPr name="Group 999" id="999"/>
            <p:cNvGrpSpPr/>
            <p:nvPr/>
          </p:nvGrpSpPr>
          <p:grpSpPr>
            <a:xfrm rot="0">
              <a:off x="3430695" y="416800"/>
              <a:ext cx="487680" cy="770313"/>
              <a:chOff x="0" y="0"/>
              <a:chExt cx="487680" cy="770313"/>
            </a:xfrm>
          </p:grpSpPr>
          <p:sp>
            <p:nvSpPr>
              <p:cNvPr name="Freeform 1000" id="1000"/>
              <p:cNvSpPr/>
              <p:nvPr/>
            </p:nvSpPr>
            <p:spPr>
              <a:xfrm flipH="false" flipV="false" rot="0">
                <a:off x="0" y="0"/>
                <a:ext cx="487680" cy="770313"/>
              </a:xfrm>
              <a:custGeom>
                <a:avLst/>
                <a:gdLst/>
                <a:ahLst/>
                <a:cxnLst/>
                <a:rect r="r" b="b" t="t" l="l"/>
                <a:pathLst>
                  <a:path h="770313" w="487680">
                    <a:moveTo>
                      <a:pt x="0" y="0"/>
                    </a:moveTo>
                    <a:lnTo>
                      <a:pt x="487680" y="0"/>
                    </a:lnTo>
                    <a:lnTo>
                      <a:pt x="487680" y="770313"/>
                    </a:lnTo>
                    <a:lnTo>
                      <a:pt x="0" y="770313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42455" t="0" r="-142455" b="5036"/>
                </a:stretch>
              </a:blipFill>
            </p:spPr>
          </p:sp>
          <p:sp>
            <p:nvSpPr>
              <p:cNvPr name="TextBox 1001" id="1001"/>
              <p:cNvSpPr txBox="true"/>
              <p:nvPr/>
            </p:nvSpPr>
            <p:spPr>
              <a:xfrm>
                <a:off x="0" y="9525"/>
                <a:ext cx="487680" cy="7607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479"/>
                  </a:lnSpc>
                </a:pPr>
                <a:r>
                  <a:rPr lang="en-US" sz="2899">
                    <a:solidFill>
                      <a:srgbClr val="FFD7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→</a:t>
                </a:r>
              </a:p>
            </p:txBody>
          </p:sp>
        </p:grpSp>
        <p:grpSp>
          <p:nvGrpSpPr>
            <p:cNvPr name="Group 1002" id="1002"/>
            <p:cNvGrpSpPr/>
            <p:nvPr/>
          </p:nvGrpSpPr>
          <p:grpSpPr>
            <a:xfrm rot="0">
              <a:off x="3796455" y="465568"/>
              <a:ext cx="3535680" cy="1297295"/>
              <a:chOff x="0" y="0"/>
              <a:chExt cx="3535680" cy="1297295"/>
            </a:xfrm>
          </p:grpSpPr>
          <p:sp>
            <p:nvSpPr>
              <p:cNvPr name="Freeform 1003" id="1003"/>
              <p:cNvSpPr/>
              <p:nvPr/>
            </p:nvSpPr>
            <p:spPr>
              <a:xfrm flipH="false" flipV="false" rot="0">
                <a:off x="0" y="0"/>
                <a:ext cx="3535680" cy="1297295"/>
              </a:xfrm>
              <a:custGeom>
                <a:avLst/>
                <a:gdLst/>
                <a:ahLst/>
                <a:cxnLst/>
                <a:rect r="r" b="b" t="t" l="l"/>
                <a:pathLst>
                  <a:path h="1297295" w="3535680">
                    <a:moveTo>
                      <a:pt x="0" y="0"/>
                    </a:moveTo>
                    <a:lnTo>
                      <a:pt x="3535680" y="0"/>
                    </a:lnTo>
                    <a:lnTo>
                      <a:pt x="3535680" y="1297295"/>
                    </a:lnTo>
                    <a:lnTo>
                      <a:pt x="0" y="1297295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6790" r="0" b="20580"/>
                </a:stretch>
              </a:blipFill>
            </p:spPr>
          </p:sp>
          <p:sp>
            <p:nvSpPr>
              <p:cNvPr name="TextBox 1004" id="1004"/>
              <p:cNvSpPr txBox="true"/>
              <p:nvPr/>
            </p:nvSpPr>
            <p:spPr>
              <a:xfrm>
                <a:off x="0" y="9525"/>
                <a:ext cx="3535680" cy="12877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>
                    <a:solidFill>
                      <a:srgbClr val="6AC4E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POST /api/pattern</a:t>
                </a:r>
              </a:p>
            </p:txBody>
          </p:sp>
        </p:grpSp>
        <p:grpSp>
          <p:nvGrpSpPr>
            <p:cNvPr name="Group 1005" id="1005"/>
            <p:cNvGrpSpPr/>
            <p:nvPr/>
          </p:nvGrpSpPr>
          <p:grpSpPr>
            <a:xfrm rot="0">
              <a:off x="7210215" y="416800"/>
              <a:ext cx="487680" cy="770313"/>
              <a:chOff x="0" y="0"/>
              <a:chExt cx="487680" cy="770313"/>
            </a:xfrm>
          </p:grpSpPr>
          <p:sp>
            <p:nvSpPr>
              <p:cNvPr name="Freeform 1006" id="1006"/>
              <p:cNvSpPr/>
              <p:nvPr/>
            </p:nvSpPr>
            <p:spPr>
              <a:xfrm flipH="false" flipV="false" rot="0">
                <a:off x="0" y="0"/>
                <a:ext cx="487680" cy="770313"/>
              </a:xfrm>
              <a:custGeom>
                <a:avLst/>
                <a:gdLst/>
                <a:ahLst/>
                <a:cxnLst/>
                <a:rect r="r" b="b" t="t" l="l"/>
                <a:pathLst>
                  <a:path h="770313" w="487680">
                    <a:moveTo>
                      <a:pt x="0" y="0"/>
                    </a:moveTo>
                    <a:lnTo>
                      <a:pt x="487680" y="0"/>
                    </a:lnTo>
                    <a:lnTo>
                      <a:pt x="487680" y="770313"/>
                    </a:lnTo>
                    <a:lnTo>
                      <a:pt x="0" y="770313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42455" t="0" r="-142455" b="5036"/>
                </a:stretch>
              </a:blipFill>
            </p:spPr>
          </p:sp>
          <p:sp>
            <p:nvSpPr>
              <p:cNvPr name="TextBox 1007" id="1007"/>
              <p:cNvSpPr txBox="true"/>
              <p:nvPr/>
            </p:nvSpPr>
            <p:spPr>
              <a:xfrm>
                <a:off x="0" y="9525"/>
                <a:ext cx="487680" cy="7607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479"/>
                  </a:lnSpc>
                </a:pPr>
                <a:r>
                  <a:rPr lang="en-US" sz="2899">
                    <a:solidFill>
                      <a:srgbClr val="FFD7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→</a:t>
                </a:r>
              </a:p>
            </p:txBody>
          </p:sp>
        </p:grpSp>
        <p:grpSp>
          <p:nvGrpSpPr>
            <p:cNvPr name="Group 1008" id="1008"/>
            <p:cNvGrpSpPr/>
            <p:nvPr/>
          </p:nvGrpSpPr>
          <p:grpSpPr>
            <a:xfrm rot="0">
              <a:off x="7575975" y="465568"/>
              <a:ext cx="3535680" cy="738495"/>
              <a:chOff x="0" y="0"/>
              <a:chExt cx="3535680" cy="738495"/>
            </a:xfrm>
          </p:grpSpPr>
          <p:sp>
            <p:nvSpPr>
              <p:cNvPr name="Freeform 1009" id="1009"/>
              <p:cNvSpPr/>
              <p:nvPr/>
            </p:nvSpPr>
            <p:spPr>
              <a:xfrm flipH="false" flipV="false" rot="0">
                <a:off x="0" y="0"/>
                <a:ext cx="3535680" cy="738495"/>
              </a:xfrm>
              <a:custGeom>
                <a:avLst/>
                <a:gdLst/>
                <a:ahLst/>
                <a:cxnLst/>
                <a:rect r="r" b="b" t="t" l="l"/>
                <a:pathLst>
                  <a:path h="738495" w="3535680">
                    <a:moveTo>
                      <a:pt x="0" y="0"/>
                    </a:moveTo>
                    <a:lnTo>
                      <a:pt x="3535680" y="0"/>
                    </a:lnTo>
                    <a:lnTo>
                      <a:pt x="3535680" y="738495"/>
                    </a:lnTo>
                    <a:lnTo>
                      <a:pt x="0" y="738495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47062" r="0" b="-39514"/>
                </a:stretch>
              </a:blipFill>
            </p:spPr>
          </p:sp>
          <p:sp>
            <p:nvSpPr>
              <p:cNvPr name="TextBox 1010" id="1010"/>
              <p:cNvSpPr txBox="true"/>
              <p:nvPr/>
            </p:nvSpPr>
            <p:spPr>
              <a:xfrm>
                <a:off x="0" y="9525"/>
                <a:ext cx="3535680" cy="7289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>
                    <a:solidFill>
                      <a:srgbClr val="E8E8E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tela.clear()</a:t>
                </a:r>
              </a:p>
            </p:txBody>
          </p:sp>
        </p:grpSp>
        <p:grpSp>
          <p:nvGrpSpPr>
            <p:cNvPr name="Group 1011" id="1011"/>
            <p:cNvGrpSpPr/>
            <p:nvPr/>
          </p:nvGrpSpPr>
          <p:grpSpPr>
            <a:xfrm rot="0">
              <a:off x="10989735" y="416800"/>
              <a:ext cx="487680" cy="770313"/>
              <a:chOff x="0" y="0"/>
              <a:chExt cx="487680" cy="770313"/>
            </a:xfrm>
          </p:grpSpPr>
          <p:sp>
            <p:nvSpPr>
              <p:cNvPr name="Freeform 1012" id="1012"/>
              <p:cNvSpPr/>
              <p:nvPr/>
            </p:nvSpPr>
            <p:spPr>
              <a:xfrm flipH="false" flipV="false" rot="0">
                <a:off x="0" y="0"/>
                <a:ext cx="487680" cy="770313"/>
              </a:xfrm>
              <a:custGeom>
                <a:avLst/>
                <a:gdLst/>
                <a:ahLst/>
                <a:cxnLst/>
                <a:rect r="r" b="b" t="t" l="l"/>
                <a:pathLst>
                  <a:path h="770313" w="487680">
                    <a:moveTo>
                      <a:pt x="0" y="0"/>
                    </a:moveTo>
                    <a:lnTo>
                      <a:pt x="487680" y="0"/>
                    </a:lnTo>
                    <a:lnTo>
                      <a:pt x="487680" y="770313"/>
                    </a:lnTo>
                    <a:lnTo>
                      <a:pt x="0" y="770313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42455" t="0" r="-142455" b="5036"/>
                </a:stretch>
              </a:blipFill>
            </p:spPr>
          </p:sp>
          <p:sp>
            <p:nvSpPr>
              <p:cNvPr name="TextBox 1013" id="1013"/>
              <p:cNvSpPr txBox="true"/>
              <p:nvPr/>
            </p:nvSpPr>
            <p:spPr>
              <a:xfrm>
                <a:off x="0" y="9525"/>
                <a:ext cx="487680" cy="7607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479"/>
                  </a:lnSpc>
                </a:pPr>
                <a:r>
                  <a:rPr lang="en-US" sz="2899">
                    <a:solidFill>
                      <a:srgbClr val="FFD7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→</a:t>
                </a:r>
              </a:p>
            </p:txBody>
          </p:sp>
        </p:grpSp>
        <p:grpSp>
          <p:nvGrpSpPr>
            <p:cNvPr name="Group 1014" id="1014"/>
            <p:cNvGrpSpPr/>
            <p:nvPr/>
          </p:nvGrpSpPr>
          <p:grpSpPr>
            <a:xfrm rot="0">
              <a:off x="11699079" y="465568"/>
              <a:ext cx="2828877" cy="1297295"/>
              <a:chOff x="0" y="0"/>
              <a:chExt cx="2828877" cy="1297295"/>
            </a:xfrm>
          </p:grpSpPr>
          <p:sp>
            <p:nvSpPr>
              <p:cNvPr name="Freeform 1015" id="1015"/>
              <p:cNvSpPr/>
              <p:nvPr/>
            </p:nvSpPr>
            <p:spPr>
              <a:xfrm flipH="false" flipV="false" rot="0">
                <a:off x="0" y="0"/>
                <a:ext cx="2828877" cy="1297295"/>
              </a:xfrm>
              <a:custGeom>
                <a:avLst/>
                <a:gdLst/>
                <a:ahLst/>
                <a:cxnLst/>
                <a:rect r="r" b="b" t="t" l="l"/>
                <a:pathLst>
                  <a:path h="1297295" w="2828877">
                    <a:moveTo>
                      <a:pt x="0" y="0"/>
                    </a:moveTo>
                    <a:lnTo>
                      <a:pt x="2828877" y="0"/>
                    </a:lnTo>
                    <a:lnTo>
                      <a:pt x="2828877" y="1297295"/>
                    </a:lnTo>
                    <a:lnTo>
                      <a:pt x="0" y="1297295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6790" r="-24985" b="20580"/>
                </a:stretch>
              </a:blipFill>
            </p:spPr>
          </p:sp>
          <p:sp>
            <p:nvSpPr>
              <p:cNvPr name="TextBox 1016" id="1016"/>
              <p:cNvSpPr txBox="true"/>
              <p:nvPr/>
            </p:nvSpPr>
            <p:spPr>
              <a:xfrm>
                <a:off x="0" y="9525"/>
                <a:ext cx="2828877" cy="12877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>
                    <a:solidFill>
                      <a:srgbClr val="6AC4E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setPixel(r,c,255)</a:t>
                </a:r>
              </a:p>
            </p:txBody>
          </p:sp>
        </p:grpSp>
        <p:grpSp>
          <p:nvGrpSpPr>
            <p:cNvPr name="Group 1017" id="1017"/>
            <p:cNvGrpSpPr/>
            <p:nvPr/>
          </p:nvGrpSpPr>
          <p:grpSpPr>
            <a:xfrm rot="0">
              <a:off x="14769255" y="416800"/>
              <a:ext cx="487680" cy="770313"/>
              <a:chOff x="0" y="0"/>
              <a:chExt cx="487680" cy="770313"/>
            </a:xfrm>
          </p:grpSpPr>
          <p:sp>
            <p:nvSpPr>
              <p:cNvPr name="Freeform 1018" id="1018"/>
              <p:cNvSpPr/>
              <p:nvPr/>
            </p:nvSpPr>
            <p:spPr>
              <a:xfrm flipH="false" flipV="false" rot="0">
                <a:off x="0" y="0"/>
                <a:ext cx="487680" cy="770313"/>
              </a:xfrm>
              <a:custGeom>
                <a:avLst/>
                <a:gdLst/>
                <a:ahLst/>
                <a:cxnLst/>
                <a:rect r="r" b="b" t="t" l="l"/>
                <a:pathLst>
                  <a:path h="770313" w="487680">
                    <a:moveTo>
                      <a:pt x="0" y="0"/>
                    </a:moveTo>
                    <a:lnTo>
                      <a:pt x="487680" y="0"/>
                    </a:lnTo>
                    <a:lnTo>
                      <a:pt x="487680" y="770313"/>
                    </a:lnTo>
                    <a:lnTo>
                      <a:pt x="0" y="770313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42455" t="0" r="-142455" b="5036"/>
                </a:stretch>
              </a:blipFill>
            </p:spPr>
          </p:sp>
          <p:sp>
            <p:nvSpPr>
              <p:cNvPr name="TextBox 1019" id="1019"/>
              <p:cNvSpPr txBox="true"/>
              <p:nvPr/>
            </p:nvSpPr>
            <p:spPr>
              <a:xfrm>
                <a:off x="0" y="9525"/>
                <a:ext cx="487680" cy="7607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479"/>
                  </a:lnSpc>
                </a:pPr>
                <a:r>
                  <a:rPr lang="en-US" sz="2899">
                    <a:solidFill>
                      <a:srgbClr val="FFD7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→</a:t>
                </a:r>
              </a:p>
            </p:txBody>
          </p:sp>
        </p:grpSp>
        <p:grpSp>
          <p:nvGrpSpPr>
            <p:cNvPr name="Group 1020" id="1020"/>
            <p:cNvGrpSpPr/>
            <p:nvPr/>
          </p:nvGrpSpPr>
          <p:grpSpPr>
            <a:xfrm rot="0">
              <a:off x="15135015" y="465568"/>
              <a:ext cx="3535680" cy="738495"/>
              <a:chOff x="0" y="0"/>
              <a:chExt cx="3535680" cy="738495"/>
            </a:xfrm>
          </p:grpSpPr>
          <p:sp>
            <p:nvSpPr>
              <p:cNvPr name="Freeform 1021" id="1021"/>
              <p:cNvSpPr/>
              <p:nvPr/>
            </p:nvSpPr>
            <p:spPr>
              <a:xfrm flipH="false" flipV="false" rot="0">
                <a:off x="0" y="0"/>
                <a:ext cx="3535680" cy="738495"/>
              </a:xfrm>
              <a:custGeom>
                <a:avLst/>
                <a:gdLst/>
                <a:ahLst/>
                <a:cxnLst/>
                <a:rect r="r" b="b" t="t" l="l"/>
                <a:pathLst>
                  <a:path h="738495" w="3535680">
                    <a:moveTo>
                      <a:pt x="0" y="0"/>
                    </a:moveTo>
                    <a:lnTo>
                      <a:pt x="3535680" y="0"/>
                    </a:lnTo>
                    <a:lnTo>
                      <a:pt x="3535680" y="738495"/>
                    </a:lnTo>
                    <a:lnTo>
                      <a:pt x="0" y="738495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47062" r="0" b="-39514"/>
                </a:stretch>
              </a:blipFill>
            </p:spPr>
          </p:sp>
          <p:sp>
            <p:nvSpPr>
              <p:cNvPr name="TextBox 1022" id="1022"/>
              <p:cNvSpPr txBox="true"/>
              <p:nvPr/>
            </p:nvSpPr>
            <p:spPr>
              <a:xfrm>
                <a:off x="0" y="9525"/>
                <a:ext cx="3535680" cy="7289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>
                    <a:solidFill>
                      <a:srgbClr val="E8E8E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GET /api/state</a:t>
                </a:r>
              </a:p>
            </p:txBody>
          </p:sp>
        </p:grpSp>
        <p:grpSp>
          <p:nvGrpSpPr>
            <p:cNvPr name="Group 1023" id="1023"/>
            <p:cNvGrpSpPr/>
            <p:nvPr/>
          </p:nvGrpSpPr>
          <p:grpSpPr>
            <a:xfrm rot="0">
              <a:off x="18548775" y="416800"/>
              <a:ext cx="487680" cy="770313"/>
              <a:chOff x="0" y="0"/>
              <a:chExt cx="487680" cy="770313"/>
            </a:xfrm>
          </p:grpSpPr>
          <p:sp>
            <p:nvSpPr>
              <p:cNvPr name="Freeform 1024" id="1024"/>
              <p:cNvSpPr/>
              <p:nvPr/>
            </p:nvSpPr>
            <p:spPr>
              <a:xfrm flipH="false" flipV="false" rot="0">
                <a:off x="0" y="0"/>
                <a:ext cx="487680" cy="770313"/>
              </a:xfrm>
              <a:custGeom>
                <a:avLst/>
                <a:gdLst/>
                <a:ahLst/>
                <a:cxnLst/>
                <a:rect r="r" b="b" t="t" l="l"/>
                <a:pathLst>
                  <a:path h="770313" w="487680">
                    <a:moveTo>
                      <a:pt x="0" y="0"/>
                    </a:moveTo>
                    <a:lnTo>
                      <a:pt x="487680" y="0"/>
                    </a:lnTo>
                    <a:lnTo>
                      <a:pt x="487680" y="770313"/>
                    </a:lnTo>
                    <a:lnTo>
                      <a:pt x="0" y="770313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42455" t="0" r="-142455" b="5036"/>
                </a:stretch>
              </a:blipFill>
            </p:spPr>
          </p:sp>
          <p:sp>
            <p:nvSpPr>
              <p:cNvPr name="TextBox 1025" id="1025"/>
              <p:cNvSpPr txBox="true"/>
              <p:nvPr/>
            </p:nvSpPr>
            <p:spPr>
              <a:xfrm>
                <a:off x="0" y="9525"/>
                <a:ext cx="487680" cy="76078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479"/>
                  </a:lnSpc>
                </a:pPr>
                <a:r>
                  <a:rPr lang="en-US" sz="2899">
                    <a:solidFill>
                      <a:srgbClr val="FFD7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→</a:t>
                </a:r>
              </a:p>
            </p:txBody>
          </p:sp>
        </p:grpSp>
        <p:grpSp>
          <p:nvGrpSpPr>
            <p:cNvPr name="Group 1026" id="1026"/>
            <p:cNvGrpSpPr/>
            <p:nvPr/>
          </p:nvGrpSpPr>
          <p:grpSpPr>
            <a:xfrm rot="0">
              <a:off x="18914535" y="465568"/>
              <a:ext cx="3535680" cy="1297295"/>
              <a:chOff x="0" y="0"/>
              <a:chExt cx="3535680" cy="1297295"/>
            </a:xfrm>
          </p:grpSpPr>
          <p:sp>
            <p:nvSpPr>
              <p:cNvPr name="Freeform 1027" id="1027"/>
              <p:cNvSpPr/>
              <p:nvPr/>
            </p:nvSpPr>
            <p:spPr>
              <a:xfrm flipH="false" flipV="false" rot="0">
                <a:off x="0" y="0"/>
                <a:ext cx="3535680" cy="1297295"/>
              </a:xfrm>
              <a:custGeom>
                <a:avLst/>
                <a:gdLst/>
                <a:ahLst/>
                <a:cxnLst/>
                <a:rect r="r" b="b" t="t" l="l"/>
                <a:pathLst>
                  <a:path h="1297295" w="3535680">
                    <a:moveTo>
                      <a:pt x="0" y="0"/>
                    </a:moveTo>
                    <a:lnTo>
                      <a:pt x="3535680" y="0"/>
                    </a:lnTo>
                    <a:lnTo>
                      <a:pt x="3535680" y="1297295"/>
                    </a:lnTo>
                    <a:lnTo>
                      <a:pt x="0" y="1297295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6790" r="0" b="20580"/>
                </a:stretch>
              </a:blipFill>
            </p:spPr>
          </p:sp>
          <p:sp>
            <p:nvSpPr>
              <p:cNvPr name="TextBox 1028" id="1028"/>
              <p:cNvSpPr txBox="true"/>
              <p:nvPr/>
            </p:nvSpPr>
            <p:spPr>
              <a:xfrm>
                <a:off x="0" y="9525"/>
                <a:ext cx="3535680" cy="12877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>
                    <a:solidFill>
                      <a:srgbClr val="6AC4E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Canvas atualiza</a:t>
                </a: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37973" y="-2740124"/>
            <a:ext cx="28238984" cy="14436709"/>
            <a:chOff x="0" y="0"/>
            <a:chExt cx="37651979" cy="19248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9283575"/>
              <a:ext cx="15724451" cy="9965371"/>
            </a:xfrm>
            <a:custGeom>
              <a:avLst/>
              <a:gdLst/>
              <a:ahLst/>
              <a:cxnLst/>
              <a:rect r="r" b="b" t="t" l="l"/>
              <a:pathLst>
                <a:path h="9965371" w="15724451">
                  <a:moveTo>
                    <a:pt x="0" y="0"/>
                  </a:moveTo>
                  <a:lnTo>
                    <a:pt x="15724451" y="0"/>
                  </a:lnTo>
                  <a:lnTo>
                    <a:pt x="15724451" y="9965371"/>
                  </a:lnTo>
                  <a:lnTo>
                    <a:pt x="0" y="9965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1927528" y="0"/>
              <a:ext cx="15724451" cy="9965371"/>
            </a:xfrm>
            <a:custGeom>
              <a:avLst/>
              <a:gdLst/>
              <a:ahLst/>
              <a:cxnLst/>
              <a:rect r="r" b="b" t="t" l="l"/>
              <a:pathLst>
                <a:path h="9965371" w="15724451">
                  <a:moveTo>
                    <a:pt x="0" y="0"/>
                  </a:moveTo>
                  <a:lnTo>
                    <a:pt x="15724451" y="0"/>
                  </a:lnTo>
                  <a:lnTo>
                    <a:pt x="15724451" y="9965371"/>
                  </a:lnTo>
                  <a:lnTo>
                    <a:pt x="0" y="9965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670229"/>
            <a:ext cx="501016" cy="483708"/>
          </a:xfrm>
          <a:custGeom>
            <a:avLst/>
            <a:gdLst/>
            <a:ahLst/>
            <a:cxnLst/>
            <a:rect r="r" b="b" t="t" l="l"/>
            <a:pathLst>
              <a:path h="483708" w="501016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341726" y="2770907"/>
            <a:ext cx="7604548" cy="2794705"/>
            <a:chOff x="0" y="0"/>
            <a:chExt cx="10139398" cy="3726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310951" y="0"/>
              <a:ext cx="2828447" cy="2787055"/>
            </a:xfrm>
            <a:custGeom>
              <a:avLst/>
              <a:gdLst/>
              <a:ahLst/>
              <a:cxnLst/>
              <a:rect r="r" b="b" t="t" l="l"/>
              <a:pathLst>
                <a:path h="2787055" w="2828447">
                  <a:moveTo>
                    <a:pt x="0" y="0"/>
                  </a:moveTo>
                  <a:lnTo>
                    <a:pt x="2828447" y="0"/>
                  </a:lnTo>
                  <a:lnTo>
                    <a:pt x="2828447" y="2787055"/>
                  </a:lnTo>
                  <a:lnTo>
                    <a:pt x="0" y="2787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5076"/>
              <a:ext cx="3120115" cy="2776902"/>
            </a:xfrm>
            <a:custGeom>
              <a:avLst/>
              <a:gdLst/>
              <a:ahLst/>
              <a:cxnLst/>
              <a:rect r="r" b="b" t="t" l="l"/>
              <a:pathLst>
                <a:path h="2776902" w="3120115">
                  <a:moveTo>
                    <a:pt x="0" y="0"/>
                  </a:moveTo>
                  <a:lnTo>
                    <a:pt x="3120115" y="0"/>
                  </a:lnTo>
                  <a:lnTo>
                    <a:pt x="3120115" y="2776902"/>
                  </a:lnTo>
                  <a:lnTo>
                    <a:pt x="0" y="2776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52416" y="3045137"/>
              <a:ext cx="2815284" cy="681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b="true" sz="342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REACT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7324114" y="3045137"/>
              <a:ext cx="2815284" cy="681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b="true" sz="342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VITE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4245242" y="1038680"/>
              <a:ext cx="1648913" cy="1648913"/>
            </a:xfrm>
            <a:custGeom>
              <a:avLst/>
              <a:gdLst/>
              <a:ahLst/>
              <a:cxnLst/>
              <a:rect r="r" b="b" t="t" l="l"/>
              <a:pathLst>
                <a:path h="1648913" w="1648913">
                  <a:moveTo>
                    <a:pt x="0" y="0"/>
                  </a:moveTo>
                  <a:lnTo>
                    <a:pt x="1648913" y="0"/>
                  </a:lnTo>
                  <a:lnTo>
                    <a:pt x="1648913" y="1648913"/>
                  </a:lnTo>
                  <a:lnTo>
                    <a:pt x="0" y="1648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10983" y="672465"/>
            <a:ext cx="345936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TV TUBO SIMULATOR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3481" y="1605059"/>
            <a:ext cx="14938954" cy="88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6"/>
              </a:lnSpc>
            </a:pPr>
            <a:r>
              <a:rPr lang="en-US" b="true" sz="6102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O ECOSSISTEMA E A ORQUESTRAÇÃO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36335" y="5841837"/>
            <a:ext cx="15615331" cy="3709274"/>
            <a:chOff x="0" y="0"/>
            <a:chExt cx="20820441" cy="494569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9050"/>
              <a:ext cx="6514555" cy="1323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3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SPA (SINGLE PAGE APPLICATION):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602424"/>
              <a:ext cx="5445676" cy="3343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interface foi construída para </a:t>
              </a:r>
              <a:r>
                <a:rPr lang="en-US" b="true" sz="27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carregar apenas uma vez.</a:t>
              </a:r>
              <a:r>
                <a:rPr lang="en-US" sz="27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 tela não "pisca" nem recarrega a cada ação do usuário.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7653595" y="19050"/>
              <a:ext cx="6333610" cy="700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3"/>
                </a:lnSpc>
                <a:spcBef>
                  <a:spcPct val="0"/>
                </a:spcBef>
              </a:pPr>
              <a:r>
                <a:rPr lang="en-US" b="true" sz="3599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DESACOPLAMENTO: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7653595" y="1034209"/>
              <a:ext cx="5846174" cy="2784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 React é "cego" para os ponteiros do Java. Ele atua apenas como uma </a:t>
              </a:r>
              <a:r>
                <a:rPr lang="en-US" b="true" sz="2799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camada de visualização</a:t>
              </a:r>
              <a:r>
                <a:rPr lang="en-US" sz="2799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5441515" y="19050"/>
              <a:ext cx="5378926" cy="700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3"/>
                </a:lnSpc>
                <a:spcBef>
                  <a:spcPct val="0"/>
                </a:spcBef>
              </a:pPr>
              <a:r>
                <a:rPr lang="en-US" b="true" sz="3599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ESTADO REATIVO: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5441515" y="1034209"/>
              <a:ext cx="5378926" cy="2784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Mudanças na memória do servidor acionam gatilhos que </a:t>
              </a:r>
              <a:r>
                <a:rPr lang="en-US" b="true" sz="2799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redesenham a tela automaticamente</a:t>
              </a:r>
              <a:r>
                <a:rPr lang="en-US" sz="2799" strike="noStrike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929" y="-2673008"/>
            <a:ext cx="22222838" cy="15318074"/>
            <a:chOff x="0" y="0"/>
            <a:chExt cx="29630451" cy="204240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0458728"/>
              <a:ext cx="15724451" cy="9965371"/>
            </a:xfrm>
            <a:custGeom>
              <a:avLst/>
              <a:gdLst/>
              <a:ahLst/>
              <a:cxnLst/>
              <a:rect r="r" b="b" t="t" l="l"/>
              <a:pathLst>
                <a:path h="9965371" w="15724451">
                  <a:moveTo>
                    <a:pt x="0" y="0"/>
                  </a:moveTo>
                  <a:lnTo>
                    <a:pt x="15724451" y="0"/>
                  </a:lnTo>
                  <a:lnTo>
                    <a:pt x="15724451" y="9965371"/>
                  </a:lnTo>
                  <a:lnTo>
                    <a:pt x="0" y="9965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906000" y="0"/>
              <a:ext cx="15724451" cy="9965371"/>
            </a:xfrm>
            <a:custGeom>
              <a:avLst/>
              <a:gdLst/>
              <a:ahLst/>
              <a:cxnLst/>
              <a:rect r="r" b="b" t="t" l="l"/>
              <a:pathLst>
                <a:path h="9965371" w="15724451">
                  <a:moveTo>
                    <a:pt x="0" y="0"/>
                  </a:moveTo>
                  <a:lnTo>
                    <a:pt x="15724451" y="0"/>
                  </a:lnTo>
                  <a:lnTo>
                    <a:pt x="15724451" y="9965371"/>
                  </a:lnTo>
                  <a:lnTo>
                    <a:pt x="0" y="9965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670229"/>
            <a:ext cx="501016" cy="483708"/>
          </a:xfrm>
          <a:custGeom>
            <a:avLst/>
            <a:gdLst/>
            <a:ahLst/>
            <a:cxnLst/>
            <a:rect r="r" b="b" t="t" l="l"/>
            <a:pathLst>
              <a:path h="483708" w="501016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8621" y="3326213"/>
            <a:ext cx="9730740" cy="6655067"/>
            <a:chOff x="0" y="0"/>
            <a:chExt cx="12974320" cy="887342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2974320" cy="8873422"/>
              <a:chOff x="0" y="0"/>
              <a:chExt cx="12974320" cy="887342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974320" cy="8873422"/>
              </a:xfrm>
              <a:custGeom>
                <a:avLst/>
                <a:gdLst/>
                <a:ahLst/>
                <a:cxnLst/>
                <a:rect r="r" b="b" t="t" l="l"/>
                <a:pathLst>
                  <a:path h="8873422" w="12974320">
                    <a:moveTo>
                      <a:pt x="0" y="295730"/>
                    </a:moveTo>
                    <a:cubicBezTo>
                      <a:pt x="0" y="132336"/>
                      <a:pt x="109855" y="0"/>
                      <a:pt x="245491" y="0"/>
                    </a:cubicBezTo>
                    <a:lnTo>
                      <a:pt x="12728829" y="0"/>
                    </a:lnTo>
                    <a:cubicBezTo>
                      <a:pt x="12864465" y="0"/>
                      <a:pt x="12974320" y="132336"/>
                      <a:pt x="12974320" y="295730"/>
                    </a:cubicBezTo>
                    <a:lnTo>
                      <a:pt x="12974320" y="8577692"/>
                    </a:lnTo>
                    <a:cubicBezTo>
                      <a:pt x="12974320" y="8741085"/>
                      <a:pt x="12864465" y="8873422"/>
                      <a:pt x="12728829" y="8873422"/>
                    </a:cubicBezTo>
                    <a:lnTo>
                      <a:pt x="245491" y="8873422"/>
                    </a:lnTo>
                    <a:cubicBezTo>
                      <a:pt x="109855" y="8873422"/>
                      <a:pt x="0" y="8741085"/>
                      <a:pt x="0" y="8577692"/>
                    </a:cubicBezTo>
                    <a:close/>
                  </a:path>
                </a:pathLst>
              </a:custGeom>
              <a:solidFill>
                <a:srgbClr val="0D1117"/>
              </a:solidFill>
              <a:ln w="38100" cap="sq">
                <a:solidFill>
                  <a:srgbClr val="1E3A1E"/>
                </a:solidFill>
                <a:prstDash val="solid"/>
                <a:miter/>
              </a:ln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391160" y="220472"/>
              <a:ext cx="11704320" cy="861216"/>
              <a:chOff x="0" y="0"/>
              <a:chExt cx="11704320" cy="8612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704320" cy="861216"/>
              </a:xfrm>
              <a:custGeom>
                <a:avLst/>
                <a:gdLst/>
                <a:ahLst/>
                <a:cxnLst/>
                <a:rect r="r" b="b" t="t" l="l"/>
                <a:pathLst>
                  <a:path h="861216" w="11704320">
                    <a:moveTo>
                      <a:pt x="0" y="0"/>
                    </a:moveTo>
                    <a:lnTo>
                      <a:pt x="11704320" y="0"/>
                    </a:lnTo>
                    <a:lnTo>
                      <a:pt x="11704320" y="861216"/>
                    </a:lnTo>
                    <a:lnTo>
                      <a:pt x="0" y="861216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0" t="-225171" r="0" b="-204449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11704320" cy="87074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399">
                    <a:solidFill>
                      <a:srgbClr val="00B32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App.jsx — estados e handlers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91160" y="1049528"/>
              <a:ext cx="12192000" cy="7823894"/>
              <a:chOff x="0" y="0"/>
              <a:chExt cx="12192000" cy="782389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192000" cy="7823894"/>
              </a:xfrm>
              <a:custGeom>
                <a:avLst/>
                <a:gdLst/>
                <a:ahLst/>
                <a:cxnLst/>
                <a:rect r="r" b="b" t="t" l="l"/>
                <a:pathLst>
                  <a:path h="7823894" w="12192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7823894"/>
                    </a:lnTo>
                    <a:lnTo>
                      <a:pt x="0" y="7823894"/>
                    </a:lnTo>
                    <a:close/>
                  </a:path>
                </a:pathLst>
              </a:custGeom>
              <a:blipFill>
                <a:blip r:embed="rId6">
                  <a:alphaModFix amt="0"/>
                </a:blip>
                <a:stretch>
                  <a:fillRect l="-12868" t="0" r="-12868" b="23643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12192000" cy="783341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999"/>
                  </a:lnSpc>
                </a:pPr>
                <a:r>
                  <a:rPr lang="en-US" sz="24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en-US" sz="24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[grid, setGrid] = </a:t>
                </a:r>
                <a:r>
                  <a:rPr lang="en-US" sz="2499">
                    <a:solidFill>
                      <a:srgbClr val="FFB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useState</a:t>
                </a:r>
                <a:r>
                  <a:rPr lang="en-US" sz="24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([])</a:t>
                </a:r>
              </a:p>
              <a:p>
                <a:pPr algn="l">
                  <a:lnSpc>
                    <a:spcPts val="2999"/>
                  </a:lnSpc>
                </a:pPr>
                <a:r>
                  <a:rPr lang="en-US" sz="24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en-US" sz="24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[animate, setAnimate] = </a:t>
                </a:r>
                <a:r>
                  <a:rPr lang="en-US" sz="2499">
                    <a:solidFill>
                      <a:srgbClr val="FFB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useState</a:t>
                </a:r>
                <a:r>
                  <a:rPr lang="en-US" sz="24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(false)</a:t>
                </a:r>
              </a:p>
              <a:p>
                <a:pPr algn="l">
                  <a:lnSpc>
                    <a:spcPts val="2999"/>
                  </a:lnSpc>
                </a:pPr>
              </a:p>
              <a:p>
                <a:pPr algn="l">
                  <a:lnSpc>
                    <a:spcPts val="2999"/>
                  </a:lnSpc>
                </a:pPr>
                <a:r>
                  <a:rPr lang="en-US" sz="24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en-US" sz="24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fetchGrid = (shouldAnimate) =&gt; {</a:t>
                </a:r>
              </a:p>
              <a:p>
                <a:pPr algn="l">
                  <a:lnSpc>
                    <a:spcPts val="2999"/>
                  </a:lnSpc>
                </a:pPr>
                <a:r>
                  <a:rPr lang="en-US" sz="24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setAnimate(shouldAnimate)</a:t>
                </a:r>
              </a:p>
              <a:p>
                <a:pPr algn="l">
                  <a:lnSpc>
                    <a:spcPts val="2999"/>
                  </a:lnSpc>
                </a:pPr>
                <a:r>
                  <a:rPr lang="en-US" sz="24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fetch</a:t>
                </a:r>
                <a:r>
                  <a:rPr lang="en-US" sz="2499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('/api/state')  // busca a Multilista</a:t>
                </a:r>
              </a:p>
              <a:p>
                <a:pPr algn="l">
                  <a:lnSpc>
                    <a:spcPts val="2999"/>
                  </a:lnSpc>
                </a:pPr>
                <a:r>
                  <a:rPr lang="en-US" sz="24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.then(r =&gt; r.json())</a:t>
                </a:r>
              </a:p>
              <a:p>
                <a:pPr algn="l">
                  <a:lnSpc>
                    <a:spcPts val="2999"/>
                  </a:lnSpc>
                </a:pPr>
                <a:r>
                  <a:rPr lang="en-US" sz="24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.then(setGrid)  // atualiza estado</a:t>
                </a:r>
              </a:p>
              <a:p>
                <a:pPr algn="l">
                  <a:lnSpc>
                    <a:spcPts val="2999"/>
                  </a:lnSpc>
                </a:pPr>
                <a:r>
                  <a:rPr lang="en-US" sz="24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</a:p>
              <a:p>
                <a:pPr algn="l">
                  <a:lnSpc>
                    <a:spcPts val="2999"/>
                  </a:lnSpc>
                </a:pPr>
              </a:p>
              <a:p>
                <a:pPr algn="l">
                  <a:lnSpc>
                    <a:spcPts val="2999"/>
                  </a:lnSpc>
                </a:pPr>
                <a:r>
                  <a:rPr lang="en-US" sz="2499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Padrão: animate=TRUE → efeito CRT</a:t>
                </a:r>
              </a:p>
              <a:p>
                <a:pPr algn="l">
                  <a:lnSpc>
                    <a:spcPts val="2999"/>
                  </a:lnSpc>
                </a:pPr>
                <a:r>
                  <a:rPr lang="en-US" sz="24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en-US" sz="24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handlePattern = (name) =&gt; {</a:t>
                </a:r>
              </a:p>
              <a:p>
                <a:pPr algn="l">
                  <a:lnSpc>
                    <a:spcPts val="2999"/>
                  </a:lnSpc>
                </a:pPr>
                <a:r>
                  <a:rPr lang="en-US" sz="24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fetch(`/api/pattern?name=${name}`, ...)</a:t>
                </a:r>
              </a:p>
              <a:p>
                <a:pPr algn="l">
                  <a:lnSpc>
                    <a:spcPts val="2999"/>
                  </a:lnSpc>
                </a:pPr>
                <a:r>
                  <a:rPr lang="en-US" sz="24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.then(() =&gt; fetchGrid(</a:t>
                </a:r>
                <a:r>
                  <a:rPr lang="en-US" sz="2499" b="true">
                    <a:solidFill>
                      <a:srgbClr val="FFB000"/>
                    </a:solidFill>
                    <a:latin typeface="Courier New Bold"/>
                    <a:ea typeface="Courier New Bold"/>
                    <a:cs typeface="Courier New Bold"/>
                    <a:sym typeface="Courier New Bold"/>
                  </a:rPr>
                  <a:t>true</a:t>
                </a:r>
                <a:r>
                  <a:rPr lang="en-US" sz="24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))</a:t>
                </a:r>
              </a:p>
              <a:p>
                <a:pPr algn="l">
                  <a:lnSpc>
                    <a:spcPts val="2999"/>
                  </a:lnSpc>
                </a:pPr>
                <a:r>
                  <a:rPr lang="en-US" sz="24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610983" y="672465"/>
            <a:ext cx="345936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TV TUBO SIMULATOR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8621" y="1331005"/>
            <a:ext cx="12072029" cy="890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6"/>
              </a:lnSpc>
            </a:pPr>
            <a:r>
              <a:rPr lang="en-US" sz="6102" b="true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TRADUÇÃO PARA O FRONTEND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437702" y="3326213"/>
            <a:ext cx="4315951" cy="1481939"/>
            <a:chOff x="0" y="0"/>
            <a:chExt cx="5754602" cy="197591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754602" cy="1975919"/>
              <a:chOff x="0" y="0"/>
              <a:chExt cx="1258053" cy="43196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258053" cy="431969"/>
              </a:xfrm>
              <a:custGeom>
                <a:avLst/>
                <a:gdLst/>
                <a:ahLst/>
                <a:cxnLst/>
                <a:rect r="r" b="b" t="t" l="l"/>
                <a:pathLst>
                  <a:path h="431969" w="1258053">
                    <a:moveTo>
                      <a:pt x="57401" y="0"/>
                    </a:moveTo>
                    <a:lnTo>
                      <a:pt x="1200652" y="0"/>
                    </a:lnTo>
                    <a:cubicBezTo>
                      <a:pt x="1232354" y="0"/>
                      <a:pt x="1258053" y="25699"/>
                      <a:pt x="1258053" y="57401"/>
                    </a:cubicBezTo>
                    <a:lnTo>
                      <a:pt x="1258053" y="374568"/>
                    </a:lnTo>
                    <a:cubicBezTo>
                      <a:pt x="1258053" y="389792"/>
                      <a:pt x="1252006" y="404392"/>
                      <a:pt x="1241241" y="415157"/>
                    </a:cubicBezTo>
                    <a:cubicBezTo>
                      <a:pt x="1230476" y="425922"/>
                      <a:pt x="1215876" y="431969"/>
                      <a:pt x="1200652" y="431969"/>
                    </a:cubicBezTo>
                    <a:lnTo>
                      <a:pt x="57401" y="431969"/>
                    </a:lnTo>
                    <a:cubicBezTo>
                      <a:pt x="25699" y="431969"/>
                      <a:pt x="0" y="406270"/>
                      <a:pt x="0" y="374568"/>
                    </a:cubicBezTo>
                    <a:lnTo>
                      <a:pt x="0" y="57401"/>
                    </a:lnTo>
                    <a:cubicBezTo>
                      <a:pt x="0" y="42178"/>
                      <a:pt x="6048" y="27577"/>
                      <a:pt x="16812" y="16812"/>
                    </a:cubicBezTo>
                    <a:cubicBezTo>
                      <a:pt x="27577" y="6048"/>
                      <a:pt x="42178" y="0"/>
                      <a:pt x="57401" y="0"/>
                    </a:cubicBezTo>
                    <a:close/>
                  </a:path>
                </a:pathLst>
              </a:custGeom>
              <a:solidFill>
                <a:srgbClr val="08719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1258053" cy="441494"/>
              </a:xfrm>
              <a:prstGeom prst="rect">
                <a:avLst/>
              </a:prstGeom>
            </p:spPr>
            <p:txBody>
              <a:bodyPr anchor="ctr" rtlCol="false" tIns="45900" lIns="45900" bIns="45900" rIns="45900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19880" y="505441"/>
              <a:ext cx="4714841" cy="1003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56"/>
                </a:lnSpc>
                <a:spcBef>
                  <a:spcPct val="0"/>
                </a:spcBef>
              </a:pPr>
              <a:r>
                <a:rPr lang="en-US" b="true" sz="5150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BACKEND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929499" y="4920350"/>
            <a:ext cx="3332357" cy="42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8"/>
              </a:lnSpc>
              <a:spcBef>
                <a:spcPct val="0"/>
              </a:spcBef>
            </a:pPr>
            <a:r>
              <a:rPr lang="en-US" sz="25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505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alcula a Multilista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437702" y="5600425"/>
            <a:ext cx="4315951" cy="1485562"/>
            <a:chOff x="0" y="0"/>
            <a:chExt cx="5754602" cy="1980749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754602" cy="1980749"/>
              <a:chOff x="0" y="0"/>
              <a:chExt cx="1258053" cy="43302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58053" cy="433025"/>
              </a:xfrm>
              <a:custGeom>
                <a:avLst/>
                <a:gdLst/>
                <a:ahLst/>
                <a:cxnLst/>
                <a:rect r="r" b="b" t="t" l="l"/>
                <a:pathLst>
                  <a:path h="433025" w="1258053">
                    <a:moveTo>
                      <a:pt x="57401" y="0"/>
                    </a:moveTo>
                    <a:lnTo>
                      <a:pt x="1200652" y="0"/>
                    </a:lnTo>
                    <a:cubicBezTo>
                      <a:pt x="1232354" y="0"/>
                      <a:pt x="1258053" y="25699"/>
                      <a:pt x="1258053" y="57401"/>
                    </a:cubicBezTo>
                    <a:lnTo>
                      <a:pt x="1258053" y="375624"/>
                    </a:lnTo>
                    <a:cubicBezTo>
                      <a:pt x="1258053" y="390848"/>
                      <a:pt x="1252006" y="405448"/>
                      <a:pt x="1241241" y="416213"/>
                    </a:cubicBezTo>
                    <a:cubicBezTo>
                      <a:pt x="1230476" y="426978"/>
                      <a:pt x="1215876" y="433025"/>
                      <a:pt x="1200652" y="433025"/>
                    </a:cubicBezTo>
                    <a:lnTo>
                      <a:pt x="57401" y="433025"/>
                    </a:lnTo>
                    <a:cubicBezTo>
                      <a:pt x="25699" y="433025"/>
                      <a:pt x="0" y="407326"/>
                      <a:pt x="0" y="375624"/>
                    </a:cubicBezTo>
                    <a:lnTo>
                      <a:pt x="0" y="57401"/>
                    </a:lnTo>
                    <a:cubicBezTo>
                      <a:pt x="0" y="42178"/>
                      <a:pt x="6048" y="27577"/>
                      <a:pt x="16812" y="16812"/>
                    </a:cubicBezTo>
                    <a:cubicBezTo>
                      <a:pt x="27577" y="6048"/>
                      <a:pt x="42178" y="0"/>
                      <a:pt x="57401" y="0"/>
                    </a:cubicBezTo>
                    <a:close/>
                  </a:path>
                </a:pathLst>
              </a:custGeom>
              <a:solidFill>
                <a:srgbClr val="08719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1258053" cy="442550"/>
              </a:xfrm>
              <a:prstGeom prst="rect">
                <a:avLst/>
              </a:prstGeom>
            </p:spPr>
            <p:txBody>
              <a:bodyPr anchor="ctr" rtlCol="false" tIns="45900" lIns="45900" bIns="45900" rIns="45900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751546" y="505441"/>
              <a:ext cx="4251510" cy="1007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56"/>
                </a:lnSpc>
                <a:spcBef>
                  <a:spcPct val="0"/>
                </a:spcBef>
              </a:pPr>
              <a:r>
                <a:rPr lang="en-US" b="true" sz="5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API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929499" y="7193275"/>
            <a:ext cx="3332357" cy="42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8"/>
              </a:lnSpc>
              <a:spcBef>
                <a:spcPct val="0"/>
              </a:spcBef>
            </a:pPr>
            <a:r>
              <a:rPr lang="en-US" sz="25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Serializa em JSON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437702" y="7805507"/>
            <a:ext cx="4315951" cy="1485562"/>
            <a:chOff x="0" y="0"/>
            <a:chExt cx="5754602" cy="1980749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5754602" cy="1980749"/>
              <a:chOff x="0" y="0"/>
              <a:chExt cx="1258053" cy="43302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258053" cy="433025"/>
              </a:xfrm>
              <a:custGeom>
                <a:avLst/>
                <a:gdLst/>
                <a:ahLst/>
                <a:cxnLst/>
                <a:rect r="r" b="b" t="t" l="l"/>
                <a:pathLst>
                  <a:path h="433025" w="1258053">
                    <a:moveTo>
                      <a:pt x="57401" y="0"/>
                    </a:moveTo>
                    <a:lnTo>
                      <a:pt x="1200652" y="0"/>
                    </a:lnTo>
                    <a:cubicBezTo>
                      <a:pt x="1232354" y="0"/>
                      <a:pt x="1258053" y="25699"/>
                      <a:pt x="1258053" y="57401"/>
                    </a:cubicBezTo>
                    <a:lnTo>
                      <a:pt x="1258053" y="375624"/>
                    </a:lnTo>
                    <a:cubicBezTo>
                      <a:pt x="1258053" y="390848"/>
                      <a:pt x="1252006" y="405448"/>
                      <a:pt x="1241241" y="416213"/>
                    </a:cubicBezTo>
                    <a:cubicBezTo>
                      <a:pt x="1230476" y="426978"/>
                      <a:pt x="1215876" y="433025"/>
                      <a:pt x="1200652" y="433025"/>
                    </a:cubicBezTo>
                    <a:lnTo>
                      <a:pt x="57401" y="433025"/>
                    </a:lnTo>
                    <a:cubicBezTo>
                      <a:pt x="25699" y="433025"/>
                      <a:pt x="0" y="407326"/>
                      <a:pt x="0" y="375624"/>
                    </a:cubicBezTo>
                    <a:lnTo>
                      <a:pt x="0" y="57401"/>
                    </a:lnTo>
                    <a:cubicBezTo>
                      <a:pt x="0" y="42178"/>
                      <a:pt x="6048" y="27577"/>
                      <a:pt x="16812" y="16812"/>
                    </a:cubicBezTo>
                    <a:cubicBezTo>
                      <a:pt x="27577" y="6048"/>
                      <a:pt x="42178" y="0"/>
                      <a:pt x="57401" y="0"/>
                    </a:cubicBezTo>
                    <a:close/>
                  </a:path>
                </a:pathLst>
              </a:custGeom>
              <a:solidFill>
                <a:srgbClr val="08719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1258053" cy="442550"/>
              </a:xfrm>
              <a:prstGeom prst="rect">
                <a:avLst/>
              </a:prstGeom>
            </p:spPr>
            <p:txBody>
              <a:bodyPr anchor="ctr" rtlCol="false" tIns="45900" lIns="45900" bIns="45900" rIns="45900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751546" y="505441"/>
              <a:ext cx="4251510" cy="1007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56"/>
                </a:lnSpc>
                <a:spcBef>
                  <a:spcPct val="0"/>
                </a:spcBef>
              </a:pPr>
              <a:r>
                <a:rPr lang="en-US" b="true" sz="5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REACT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171822" y="9379623"/>
            <a:ext cx="4847711" cy="42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8"/>
              </a:lnSpc>
              <a:spcBef>
                <a:spcPct val="0"/>
              </a:spcBef>
            </a:pPr>
            <a:r>
              <a:rPr lang="en-US" sz="2505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Recebe matriz 2D e renderiza.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18621" y="2225085"/>
            <a:ext cx="17105454" cy="92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1"/>
              </a:lnSpc>
              <a:spcBef>
                <a:spcPct val="0"/>
              </a:spcBef>
            </a:pP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frontend não 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ref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z cálc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ulos 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aves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ia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43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O(N)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E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 consome 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iz do J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 via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etc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a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inj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eta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useSt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e. Isso forç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a 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face a atual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z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pixels inst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ntane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mente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37973" y="-2740124"/>
            <a:ext cx="28238984" cy="14436709"/>
            <a:chOff x="0" y="0"/>
            <a:chExt cx="37651979" cy="19248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9283575"/>
              <a:ext cx="15724451" cy="9965371"/>
            </a:xfrm>
            <a:custGeom>
              <a:avLst/>
              <a:gdLst/>
              <a:ahLst/>
              <a:cxnLst/>
              <a:rect r="r" b="b" t="t" l="l"/>
              <a:pathLst>
                <a:path h="9965371" w="15724451">
                  <a:moveTo>
                    <a:pt x="0" y="0"/>
                  </a:moveTo>
                  <a:lnTo>
                    <a:pt x="15724451" y="0"/>
                  </a:lnTo>
                  <a:lnTo>
                    <a:pt x="15724451" y="9965371"/>
                  </a:lnTo>
                  <a:lnTo>
                    <a:pt x="0" y="9965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1927528" y="0"/>
              <a:ext cx="15724451" cy="9965371"/>
            </a:xfrm>
            <a:custGeom>
              <a:avLst/>
              <a:gdLst/>
              <a:ahLst/>
              <a:cxnLst/>
              <a:rect r="r" b="b" t="t" l="l"/>
              <a:pathLst>
                <a:path h="9965371" w="15724451">
                  <a:moveTo>
                    <a:pt x="0" y="0"/>
                  </a:moveTo>
                  <a:lnTo>
                    <a:pt x="15724451" y="0"/>
                  </a:lnTo>
                  <a:lnTo>
                    <a:pt x="15724451" y="9965371"/>
                  </a:lnTo>
                  <a:lnTo>
                    <a:pt x="0" y="9965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670229"/>
            <a:ext cx="501016" cy="483708"/>
          </a:xfrm>
          <a:custGeom>
            <a:avLst/>
            <a:gdLst/>
            <a:ahLst/>
            <a:cxnLst/>
            <a:rect r="r" b="b" t="t" l="l"/>
            <a:pathLst>
              <a:path h="483708" w="501016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93894" y="670229"/>
            <a:ext cx="2337213" cy="2659229"/>
          </a:xfrm>
          <a:custGeom>
            <a:avLst/>
            <a:gdLst/>
            <a:ahLst/>
            <a:cxnLst/>
            <a:rect r="r" b="b" t="t" l="l"/>
            <a:pathLst>
              <a:path h="2659229" w="2337213">
                <a:moveTo>
                  <a:pt x="0" y="0"/>
                </a:moveTo>
                <a:lnTo>
                  <a:pt x="2337214" y="0"/>
                </a:lnTo>
                <a:lnTo>
                  <a:pt x="2337214" y="2659229"/>
                </a:lnTo>
                <a:lnTo>
                  <a:pt x="0" y="26592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14350" y="3618100"/>
            <a:ext cx="9913620" cy="5002651"/>
            <a:chOff x="0" y="0"/>
            <a:chExt cx="13218160" cy="667020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3218160" cy="6670201"/>
              <a:chOff x="0" y="0"/>
              <a:chExt cx="13218160" cy="667020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218161" cy="6670201"/>
              </a:xfrm>
              <a:custGeom>
                <a:avLst/>
                <a:gdLst/>
                <a:ahLst/>
                <a:cxnLst/>
                <a:rect r="r" b="b" t="t" l="l"/>
                <a:pathLst>
                  <a:path h="6670201" w="13218161">
                    <a:moveTo>
                      <a:pt x="0" y="333510"/>
                    </a:moveTo>
                    <a:cubicBezTo>
                      <a:pt x="0" y="149392"/>
                      <a:pt x="110363" y="0"/>
                      <a:pt x="246380" y="0"/>
                    </a:cubicBezTo>
                    <a:lnTo>
                      <a:pt x="12971780" y="0"/>
                    </a:lnTo>
                    <a:cubicBezTo>
                      <a:pt x="13107797" y="0"/>
                      <a:pt x="13218161" y="149392"/>
                      <a:pt x="13218161" y="333510"/>
                    </a:cubicBezTo>
                    <a:lnTo>
                      <a:pt x="13218161" y="6336691"/>
                    </a:lnTo>
                    <a:cubicBezTo>
                      <a:pt x="13218161" y="6520809"/>
                      <a:pt x="13107797" y="6670201"/>
                      <a:pt x="12971780" y="6670201"/>
                    </a:cubicBezTo>
                    <a:lnTo>
                      <a:pt x="246380" y="6670201"/>
                    </a:lnTo>
                    <a:cubicBezTo>
                      <a:pt x="110363" y="6670201"/>
                      <a:pt x="0" y="6520809"/>
                      <a:pt x="0" y="6336691"/>
                    </a:cubicBezTo>
                    <a:close/>
                  </a:path>
                </a:pathLst>
              </a:custGeom>
              <a:solidFill>
                <a:srgbClr val="0D1117"/>
              </a:solidFill>
              <a:ln w="38100" cap="sq">
                <a:solidFill>
                  <a:srgbClr val="1E3A1E"/>
                </a:solidFill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355743" y="69686"/>
              <a:ext cx="12192000" cy="949043"/>
              <a:chOff x="0" y="0"/>
              <a:chExt cx="12192000" cy="94904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192000" cy="949043"/>
              </a:xfrm>
              <a:custGeom>
                <a:avLst/>
                <a:gdLst/>
                <a:ahLst/>
                <a:cxnLst/>
                <a:rect r="r" b="b" t="t" l="l"/>
                <a:pathLst>
                  <a:path h="949043" w="12192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949043"/>
                    </a:lnTo>
                    <a:lnTo>
                      <a:pt x="0" y="949043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0" t="-214346" r="0" b="-186287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"/>
                <a:ext cx="12192000" cy="95856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399">
                    <a:solidFill>
                      <a:srgbClr val="00B32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PixelGrid.jsx — criar o Canvas na tela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355743" y="887108"/>
              <a:ext cx="11892717" cy="5617170"/>
              <a:chOff x="0" y="0"/>
              <a:chExt cx="11892717" cy="561717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892717" cy="5617170"/>
              </a:xfrm>
              <a:custGeom>
                <a:avLst/>
                <a:gdLst/>
                <a:ahLst/>
                <a:cxnLst/>
                <a:rect r="r" b="b" t="t" l="l"/>
                <a:pathLst>
                  <a:path h="5617170" w="11892717">
                    <a:moveTo>
                      <a:pt x="0" y="0"/>
                    </a:moveTo>
                    <a:lnTo>
                      <a:pt x="11892717" y="0"/>
                    </a:lnTo>
                    <a:lnTo>
                      <a:pt x="11892717" y="5617170"/>
                    </a:lnTo>
                    <a:lnTo>
                      <a:pt x="0" y="5617170"/>
                    </a:lnTo>
                    <a:close/>
                  </a:path>
                </a:pathLst>
              </a:custGeom>
              <a:blipFill>
                <a:blip r:embed="rId7">
                  <a:alphaModFix amt="0"/>
                </a:blip>
                <a:stretch>
                  <a:fillRect l="0" t="-11665" r="-4566" b="25390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9050"/>
                <a:ext cx="11892717" cy="56362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CC88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 </a:t>
                </a: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animate = () =&gt; {</a:t>
                </a:r>
              </a:p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88888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// 1. Decaimento do Fósforo (Rastro)</a:t>
                </a:r>
              </a:p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ctx.fillStyle = </a:t>
                </a:r>
                <a:r>
                  <a:rPr lang="en-US" sz="2599">
                    <a:solidFill>
                      <a:srgbClr val="FFB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'rgba(0, 0, 0, 0.1)'</a:t>
                </a: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; </a:t>
                </a:r>
              </a:p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ctx.fillRect(</a:t>
                </a:r>
                <a:r>
                  <a:rPr lang="en-US" sz="2599">
                    <a:solidFill>
                      <a:srgbClr val="FFB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0</a:t>
                </a: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en-US" sz="2599">
                    <a:solidFill>
                      <a:srgbClr val="FFB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0</a:t>
                </a: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width, height);</a:t>
                </a:r>
              </a:p>
              <a:p>
                <a:pPr algn="l">
                  <a:lnSpc>
                    <a:spcPts val="3119"/>
                  </a:lnSpc>
                </a:pPr>
              </a:p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</a:t>
                </a:r>
                <a:r>
                  <a:rPr lang="en-US" sz="2599">
                    <a:solidFill>
                      <a:srgbClr val="88888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2. Loop de desenho...</a:t>
                </a:r>
              </a:p>
              <a:p>
                <a:pPr algn="l">
                  <a:lnSpc>
                    <a:spcPts val="3119"/>
                  </a:lnSpc>
                </a:pPr>
              </a:p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88888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// 3. O motor de 60 FPS</a:t>
                </a:r>
              </a:p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requestAnimationFrame(animate); </a:t>
                </a:r>
              </a:p>
              <a:p>
                <a:pPr algn="l">
                  <a:lnSpc>
                    <a:spcPts val="3119"/>
                  </a:lnSpc>
                </a:pPr>
                <a:r>
                  <a:rPr lang="en-US" sz="2599">
                    <a:solidFill>
                      <a:srgbClr val="E8E8E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};</a:t>
                </a: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1610983" y="672465"/>
            <a:ext cx="345936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TV TUBO SIMULATOR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5826" y="1648217"/>
            <a:ext cx="14077512" cy="168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6"/>
              </a:lnSpc>
            </a:pPr>
            <a:r>
              <a:rPr lang="en-US" b="true" sz="6102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O MOTOR VISUAL: CANVAS API E PERFORMANCE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97943" y="3501518"/>
            <a:ext cx="6207232" cy="122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75"/>
              </a:lnSpc>
              <a:spcBef>
                <a:spcPct val="0"/>
              </a:spcBef>
            </a:pPr>
            <a:r>
              <a:rPr lang="en-US" b="true" sz="4399" strike="noStrike" u="none">
                <a:solidFill>
                  <a:srgbClr val="6AC4EA"/>
                </a:solidFill>
                <a:latin typeface="Poppins Bold"/>
                <a:ea typeface="Poppins Bold"/>
                <a:cs typeface="Poppins Bold"/>
                <a:sym typeface="Poppins Bold"/>
              </a:rPr>
              <a:t>Por que não HTML comum (DOM)?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97943" y="5086350"/>
            <a:ext cx="6833164" cy="1580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61"/>
              </a:lnSpc>
              <a:spcBef>
                <a:spcPct val="0"/>
              </a:spcBef>
            </a:pPr>
            <a:r>
              <a:rPr lang="en-US" sz="30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Desenhar 3200 &lt;div&gt;s e atualizar 60 vezes por segundo </a:t>
            </a:r>
            <a:r>
              <a:rPr lang="en-US" b="true" sz="304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travaria o navegador.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97943" y="7028337"/>
            <a:ext cx="6461357" cy="1580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61"/>
              </a:lnSpc>
              <a:spcBef>
                <a:spcPct val="0"/>
              </a:spcBef>
            </a:pPr>
            <a:r>
              <a:rPr lang="en-US" sz="30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b="true" sz="304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Canvas </a:t>
            </a:r>
            <a:r>
              <a:rPr lang="en-US" sz="30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desenha gráficos 2D utilizando </a:t>
            </a:r>
            <a:r>
              <a:rPr lang="en-US" b="true" sz="304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aceleração de hardware</a:t>
            </a:r>
            <a:r>
              <a:rPr lang="en-US" sz="30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(Placa de Vídeo).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8899" y="8638384"/>
            <a:ext cx="9364521" cy="638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1"/>
              </a:lnSpc>
              <a:spcBef>
                <a:spcPct val="0"/>
              </a:spcBef>
            </a:pPr>
            <a:r>
              <a:rPr lang="en-US" sz="184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stAnim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tionF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ame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rod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a 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60 FPS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tiv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ament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e. C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om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bi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 com 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opacidade 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1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0%,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ele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 o 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ras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cont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ínu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 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ravar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ace</a:t>
            </a:r>
            <a:r>
              <a:rPr lang="en-US" sz="18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24597" y="-2330528"/>
            <a:ext cx="19465267" cy="16042826"/>
            <a:chOff x="0" y="0"/>
            <a:chExt cx="25953689" cy="21390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229237" y="11425064"/>
              <a:ext cx="15724451" cy="9965371"/>
            </a:xfrm>
            <a:custGeom>
              <a:avLst/>
              <a:gdLst/>
              <a:ahLst/>
              <a:cxnLst/>
              <a:rect r="r" b="b" t="t" l="l"/>
              <a:pathLst>
                <a:path h="9965371" w="15724451">
                  <a:moveTo>
                    <a:pt x="0" y="0"/>
                  </a:moveTo>
                  <a:lnTo>
                    <a:pt x="15724452" y="0"/>
                  </a:lnTo>
                  <a:lnTo>
                    <a:pt x="15724452" y="9965371"/>
                  </a:lnTo>
                  <a:lnTo>
                    <a:pt x="0" y="9965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24451" cy="9965371"/>
            </a:xfrm>
            <a:custGeom>
              <a:avLst/>
              <a:gdLst/>
              <a:ahLst/>
              <a:cxnLst/>
              <a:rect r="r" b="b" t="t" l="l"/>
              <a:pathLst>
                <a:path h="9965371" w="15724451">
                  <a:moveTo>
                    <a:pt x="0" y="0"/>
                  </a:moveTo>
                  <a:lnTo>
                    <a:pt x="15724451" y="0"/>
                  </a:lnTo>
                  <a:lnTo>
                    <a:pt x="15724451" y="9965371"/>
                  </a:lnTo>
                  <a:lnTo>
                    <a:pt x="0" y="9965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00100" y="1028700"/>
            <a:ext cx="16459200" cy="1514688"/>
            <a:chOff x="0" y="0"/>
            <a:chExt cx="21945600" cy="20195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019583"/>
            </a:xfrm>
            <a:custGeom>
              <a:avLst/>
              <a:gdLst/>
              <a:ahLst/>
              <a:cxnLst/>
              <a:rect r="r" b="b" t="t" l="l"/>
              <a:pathLst>
                <a:path h="201958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19583"/>
                  </a:lnTo>
                  <a:lnTo>
                    <a:pt x="0" y="20195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5510" r="0" b="-14795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1945600" cy="1981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6346"/>
                </a:lnSpc>
                <a:spcBef>
                  <a:spcPct val="0"/>
                </a:spcBef>
              </a:pPr>
              <a:r>
                <a:rPr lang="en-US" b="true" sz="6102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  <a:r>
                <a:rPr lang="en-US" b="true" sz="6102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b="true" sz="6102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MAT</a:t>
              </a:r>
              <a:r>
                <a:rPr lang="en-US" b="true" sz="6102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</a:t>
              </a:r>
              <a:r>
                <a:rPr lang="en-US" b="true" sz="6102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MÁT</a:t>
              </a:r>
              <a:r>
                <a:rPr lang="en-US" b="true" sz="6102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</a:t>
              </a:r>
              <a:r>
                <a:rPr lang="en-US" b="true" sz="6102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</a:t>
              </a:r>
              <a:r>
                <a:rPr lang="en-US" b="true" sz="6102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b="true" sz="6102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</a:t>
              </a:r>
              <a:r>
                <a:rPr lang="en-US" b="true" sz="6102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b="true" sz="6102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</a:t>
              </a:r>
              <a:r>
                <a:rPr lang="en-US" b="true" sz="6102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  <a:r>
                <a:rPr lang="en-US" b="true" sz="6102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RRED</a:t>
              </a:r>
              <a:r>
                <a:rPr lang="en-US" b="true" sz="6102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</a:t>
              </a:r>
              <a:r>
                <a:rPr lang="en-US" b="true" sz="6102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</a:t>
              </a:r>
              <a:r>
                <a:rPr lang="en-US" b="true" sz="6102" strike="noStrike" u="none">
                  <a:solidFill>
                    <a:srgbClr val="6AC4E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1273" y="4347808"/>
            <a:ext cx="10058400" cy="571599"/>
            <a:chOff x="0" y="0"/>
            <a:chExt cx="13411200" cy="7621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11200" cy="762132"/>
            </a:xfrm>
            <a:custGeom>
              <a:avLst/>
              <a:gdLst/>
              <a:ahLst/>
              <a:cxnLst/>
              <a:rect r="r" b="b" t="t" l="l"/>
              <a:pathLst>
                <a:path h="76213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62132"/>
                  </a:lnTo>
                  <a:lnTo>
                    <a:pt x="0" y="7621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8084" r="0" b="-2876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411200" cy="8192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FFB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MAPEAMENTO: ÍNDICE LINEAR → LINHA + COLUNA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9343" y="4830640"/>
            <a:ext cx="9913620" cy="4072586"/>
            <a:chOff x="0" y="0"/>
            <a:chExt cx="13218160" cy="54301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18161" cy="5430114"/>
            </a:xfrm>
            <a:custGeom>
              <a:avLst/>
              <a:gdLst/>
              <a:ahLst/>
              <a:cxnLst/>
              <a:rect r="r" b="b" t="t" l="l"/>
              <a:pathLst>
                <a:path h="5430114" w="13218161">
                  <a:moveTo>
                    <a:pt x="0" y="271506"/>
                  </a:moveTo>
                  <a:cubicBezTo>
                    <a:pt x="0" y="121618"/>
                    <a:pt x="110363" y="0"/>
                    <a:pt x="246380" y="0"/>
                  </a:cubicBezTo>
                  <a:lnTo>
                    <a:pt x="12971780" y="0"/>
                  </a:lnTo>
                  <a:cubicBezTo>
                    <a:pt x="13107797" y="0"/>
                    <a:pt x="13218161" y="121618"/>
                    <a:pt x="13218161" y="271506"/>
                  </a:cubicBezTo>
                  <a:lnTo>
                    <a:pt x="13218161" y="5158608"/>
                  </a:lnTo>
                  <a:cubicBezTo>
                    <a:pt x="13218161" y="5308496"/>
                    <a:pt x="13107797" y="5430114"/>
                    <a:pt x="12971780" y="5430114"/>
                  </a:cubicBezTo>
                  <a:lnTo>
                    <a:pt x="246380" y="5430114"/>
                  </a:lnTo>
                  <a:cubicBezTo>
                    <a:pt x="110363" y="5430114"/>
                    <a:pt x="0" y="5308496"/>
                    <a:pt x="0" y="5158608"/>
                  </a:cubicBezTo>
                  <a:close/>
                </a:path>
              </a:pathLst>
            </a:custGeom>
            <a:solidFill>
              <a:srgbClr val="0D1117"/>
            </a:solidFill>
            <a:ln w="38100" cap="sq">
              <a:solidFill>
                <a:srgbClr val="1E3A1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72713" y="5012857"/>
            <a:ext cx="9144000" cy="711782"/>
            <a:chOff x="0" y="0"/>
            <a:chExt cx="12192000" cy="9490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0" cy="949043"/>
            </a:xfrm>
            <a:custGeom>
              <a:avLst/>
              <a:gdLst/>
              <a:ahLst/>
              <a:cxnLst/>
              <a:rect r="r" b="b" t="t" l="l"/>
              <a:pathLst>
                <a:path h="949043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49043"/>
                  </a:lnTo>
                  <a:lnTo>
                    <a:pt x="0" y="9490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346" r="0" b="-18628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192000" cy="958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00B32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PixelGrid.jsx — avanço do feixe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72713" y="5698059"/>
            <a:ext cx="9326880" cy="2922185"/>
            <a:chOff x="0" y="0"/>
            <a:chExt cx="12435840" cy="38962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35840" cy="3896247"/>
            </a:xfrm>
            <a:custGeom>
              <a:avLst/>
              <a:gdLst/>
              <a:ahLst/>
              <a:cxnLst/>
              <a:rect r="r" b="b" t="t" l="l"/>
              <a:pathLst>
                <a:path h="3896247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3896247"/>
                  </a:lnTo>
                  <a:lnTo>
                    <a:pt x="0" y="38962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18" r="0" b="-756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2435840" cy="3915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CC88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 (let</a:t>
              </a:r>
              <a:r>
                <a:rPr lang="en-US" sz="2599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 = scanPos; i &lt; end; i++) {</a:t>
              </a:r>
            </a:p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// i = posição linear do feixe</a:t>
              </a:r>
            </a:p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CC88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const</a:t>
              </a:r>
              <a:r>
                <a:rPr lang="en-US" sz="2599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r = Math.floor(i / 80)  </a:t>
              </a:r>
              <a:r>
                <a:rPr lang="en-US" sz="2599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qual Lista</a:t>
              </a:r>
            </a:p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CC88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const</a:t>
              </a:r>
              <a:r>
                <a:rPr lang="en-US" sz="2599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 = i % 80 </a:t>
              </a:r>
              <a:r>
                <a:rPr lang="en-US" sz="2599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qual nó</a:t>
              </a:r>
            </a:p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s.luminance[i] = grid[</a:t>
              </a:r>
              <a:r>
                <a:rPr lang="en-US" sz="2599" b="true">
                  <a:solidFill>
                    <a:srgbClr val="FFB00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</a:t>
              </a:r>
              <a:r>
                <a:rPr lang="en-US" sz="2599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][</a:t>
              </a:r>
              <a:r>
                <a:rPr lang="en-US" sz="2599" b="true">
                  <a:solidFill>
                    <a:srgbClr val="FFB00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</a:t>
              </a:r>
              <a:r>
                <a:rPr lang="en-US" sz="2599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</a:p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E8E8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39673" y="2676713"/>
            <a:ext cx="6883403" cy="6561389"/>
            <a:chOff x="0" y="0"/>
            <a:chExt cx="9177871" cy="8748518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2438400" y="6276247"/>
              <a:ext cx="2911183" cy="1131151"/>
              <a:chOff x="0" y="0"/>
              <a:chExt cx="2911183" cy="113115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911221" cy="1131189"/>
              </a:xfrm>
              <a:custGeom>
                <a:avLst/>
                <a:gdLst/>
                <a:ahLst/>
                <a:cxnLst/>
                <a:rect r="r" b="b" t="t" l="l"/>
                <a:pathLst>
                  <a:path h="1131189" w="2911221">
                    <a:moveTo>
                      <a:pt x="0" y="0"/>
                    </a:moveTo>
                    <a:lnTo>
                      <a:pt x="2911221" y="0"/>
                    </a:lnTo>
                    <a:lnTo>
                      <a:pt x="2911221" y="1131189"/>
                    </a:lnTo>
                    <a:lnTo>
                      <a:pt x="0" y="1131189"/>
                    </a:lnTo>
                    <a:close/>
                  </a:path>
                </a:pathLst>
              </a:custGeom>
              <a:solidFill>
                <a:srgbClr val="0F1A0F"/>
              </a:solidFill>
              <a:ln w="25400" cap="sq">
                <a:solidFill>
                  <a:srgbClr val="9CFFFF"/>
                </a:solidFill>
                <a:prstDash val="solid"/>
                <a:miter/>
              </a:ln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2455329" y="6293176"/>
              <a:ext cx="2877312" cy="1097280"/>
              <a:chOff x="0" y="0"/>
              <a:chExt cx="2877312" cy="109728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87731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287731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094" r="0" b="-1094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2877312" cy="11068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>
                    <a:solidFill>
                      <a:srgbClr val="9C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..119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5559552" y="6276247"/>
              <a:ext cx="2911183" cy="1131151"/>
              <a:chOff x="0" y="0"/>
              <a:chExt cx="2911183" cy="113115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911221" cy="1131189"/>
              </a:xfrm>
              <a:custGeom>
                <a:avLst/>
                <a:gdLst/>
                <a:ahLst/>
                <a:cxnLst/>
                <a:rect r="r" b="b" t="t" l="l"/>
                <a:pathLst>
                  <a:path h="1131189" w="2911221">
                    <a:moveTo>
                      <a:pt x="0" y="0"/>
                    </a:moveTo>
                    <a:lnTo>
                      <a:pt x="2911221" y="0"/>
                    </a:lnTo>
                    <a:lnTo>
                      <a:pt x="2911221" y="1131189"/>
                    </a:lnTo>
                    <a:lnTo>
                      <a:pt x="0" y="1131189"/>
                    </a:lnTo>
                    <a:close/>
                  </a:path>
                </a:pathLst>
              </a:custGeom>
              <a:solidFill>
                <a:srgbClr val="1A0D00"/>
              </a:solidFill>
              <a:ln w="25400" cap="sq">
                <a:solidFill>
                  <a:srgbClr val="FFB000"/>
                </a:solidFill>
                <a:prstDash val="solid"/>
                <a:miter/>
              </a:ln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5576481" y="6293176"/>
              <a:ext cx="2877312" cy="1097280"/>
              <a:chOff x="0" y="0"/>
              <a:chExt cx="2877312" cy="109728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87731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287731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094" r="0" b="-1094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"/>
                <a:ext cx="2877312" cy="11068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>
                    <a:solidFill>
                      <a:srgbClr val="FFB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120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0"/>
              <a:ext cx="9177871" cy="8748518"/>
              <a:chOff x="0" y="0"/>
              <a:chExt cx="9177871" cy="874851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177910" cy="8748557"/>
              </a:xfrm>
              <a:custGeom>
                <a:avLst/>
                <a:gdLst/>
                <a:ahLst/>
                <a:cxnLst/>
                <a:rect r="r" b="b" t="t" l="l"/>
                <a:pathLst>
                  <a:path h="8748557" w="9177910">
                    <a:moveTo>
                      <a:pt x="0" y="250007"/>
                    </a:moveTo>
                    <a:cubicBezTo>
                      <a:pt x="0" y="111907"/>
                      <a:pt x="109601" y="0"/>
                      <a:pt x="244856" y="0"/>
                    </a:cubicBezTo>
                    <a:lnTo>
                      <a:pt x="8933053" y="0"/>
                    </a:lnTo>
                    <a:cubicBezTo>
                      <a:pt x="9068308" y="0"/>
                      <a:pt x="9177910" y="111907"/>
                      <a:pt x="9177910" y="250007"/>
                    </a:cubicBezTo>
                    <a:lnTo>
                      <a:pt x="9177910" y="8498550"/>
                    </a:lnTo>
                    <a:cubicBezTo>
                      <a:pt x="9177910" y="8636651"/>
                      <a:pt x="9068308" y="8748557"/>
                      <a:pt x="8933053" y="8748557"/>
                    </a:cubicBezTo>
                    <a:lnTo>
                      <a:pt x="244856" y="8748557"/>
                    </a:lnTo>
                    <a:cubicBezTo>
                      <a:pt x="109601" y="8748556"/>
                      <a:pt x="0" y="8636650"/>
                      <a:pt x="0" y="8498550"/>
                    </a:cubicBezTo>
                    <a:close/>
                  </a:path>
                </a:pathLst>
              </a:custGeom>
              <a:solidFill>
                <a:srgbClr val="0A0A0A"/>
              </a:solidFill>
              <a:ln w="25400" cap="sq">
                <a:solidFill>
                  <a:srgbClr val="1E3A1E"/>
                </a:solidFill>
                <a:prstDash val="solid"/>
                <a:miter/>
              </a:ln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382689" y="260769"/>
              <a:ext cx="8412480" cy="960535"/>
              <a:chOff x="0" y="0"/>
              <a:chExt cx="8412480" cy="960535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412480" cy="960535"/>
              </a:xfrm>
              <a:custGeom>
                <a:avLst/>
                <a:gdLst/>
                <a:ahLst/>
                <a:cxnLst/>
                <a:rect r="r" b="b" t="t" l="l"/>
                <a:pathLst>
                  <a:path h="960535" w="8412480">
                    <a:moveTo>
                      <a:pt x="0" y="0"/>
                    </a:moveTo>
                    <a:lnTo>
                      <a:pt x="8412480" y="0"/>
                    </a:lnTo>
                    <a:lnTo>
                      <a:pt x="8412480" y="960535"/>
                    </a:lnTo>
                    <a:lnTo>
                      <a:pt x="0" y="960535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30034" r="0" b="-111269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85725"/>
                <a:ext cx="8412480" cy="10462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19"/>
                  </a:lnSpc>
                </a:pPr>
                <a:r>
                  <a:rPr lang="en-US" b="true" sz="3599">
                    <a:solidFill>
                      <a:srgbClr val="9C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Equação do feixe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365760" y="1521367"/>
              <a:ext cx="8446351" cy="2106511"/>
              <a:chOff x="0" y="0"/>
              <a:chExt cx="8446351" cy="210651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446388" cy="2106549"/>
              </a:xfrm>
              <a:custGeom>
                <a:avLst/>
                <a:gdLst/>
                <a:ahLst/>
                <a:cxnLst/>
                <a:rect r="r" b="b" t="t" l="l"/>
                <a:pathLst>
                  <a:path h="2106549" w="8446388">
                    <a:moveTo>
                      <a:pt x="0" y="173482"/>
                    </a:moveTo>
                    <a:cubicBezTo>
                      <a:pt x="0" y="77724"/>
                      <a:pt x="77724" y="0"/>
                      <a:pt x="173482" y="0"/>
                    </a:cubicBezTo>
                    <a:lnTo>
                      <a:pt x="8272907" y="0"/>
                    </a:lnTo>
                    <a:cubicBezTo>
                      <a:pt x="8368664" y="0"/>
                      <a:pt x="8446388" y="77724"/>
                      <a:pt x="8446388" y="173482"/>
                    </a:cubicBezTo>
                    <a:lnTo>
                      <a:pt x="8446388" y="1933067"/>
                    </a:lnTo>
                    <a:cubicBezTo>
                      <a:pt x="8446388" y="2028825"/>
                      <a:pt x="8368664" y="2106549"/>
                      <a:pt x="8272907" y="2106549"/>
                    </a:cubicBezTo>
                    <a:lnTo>
                      <a:pt x="173482" y="2106549"/>
                    </a:lnTo>
                    <a:cubicBezTo>
                      <a:pt x="77724" y="2106549"/>
                      <a:pt x="0" y="2028825"/>
                      <a:pt x="0" y="1933067"/>
                    </a:cubicBezTo>
                    <a:close/>
                  </a:path>
                </a:pathLst>
              </a:custGeom>
              <a:solidFill>
                <a:srgbClr val="0F1A0F"/>
              </a:solidFill>
              <a:ln w="25400" cap="sq">
                <a:solidFill>
                  <a:srgbClr val="9CFFFF"/>
                </a:solidFill>
                <a:prstDash val="solid"/>
                <a:miter/>
              </a:ln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382689" y="1660216"/>
              <a:ext cx="8412480" cy="1263354"/>
              <a:chOff x="0" y="0"/>
              <a:chExt cx="8412480" cy="1263354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412480" cy="1263354"/>
              </a:xfrm>
              <a:custGeom>
                <a:avLst/>
                <a:gdLst/>
                <a:ahLst/>
                <a:cxnLst/>
                <a:rect r="r" b="b" t="t" l="l"/>
                <a:pathLst>
                  <a:path h="1263354" w="8412480">
                    <a:moveTo>
                      <a:pt x="0" y="0"/>
                    </a:moveTo>
                    <a:lnTo>
                      <a:pt x="8412480" y="0"/>
                    </a:lnTo>
                    <a:lnTo>
                      <a:pt x="8412480" y="1263354"/>
                    </a:lnTo>
                    <a:lnTo>
                      <a:pt x="0" y="126335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86320" r="0" b="-73175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9525"/>
                <a:ext cx="8412480" cy="127287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200"/>
                  </a:lnSpc>
                </a:pPr>
                <a:r>
                  <a:rPr lang="en-US" sz="3500" b="true">
                    <a:solidFill>
                      <a:srgbClr val="FFB000"/>
                    </a:solidFill>
                    <a:latin typeface="Courier New Bold"/>
                    <a:ea typeface="Courier New Bold"/>
                    <a:cs typeface="Courier New Bold"/>
                    <a:sym typeface="Courier New Bold"/>
                  </a:rPr>
                  <a:t>r = Math.floor(i / 80)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382689" y="2806264"/>
              <a:ext cx="8412480" cy="742850"/>
              <a:chOff x="0" y="0"/>
              <a:chExt cx="8412480" cy="74285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412480" cy="742850"/>
              </a:xfrm>
              <a:custGeom>
                <a:avLst/>
                <a:gdLst/>
                <a:ahLst/>
                <a:cxnLst/>
                <a:rect r="r" b="b" t="t" l="l"/>
                <a:pathLst>
                  <a:path h="742850" w="8412480">
                    <a:moveTo>
                      <a:pt x="0" y="0"/>
                    </a:moveTo>
                    <a:lnTo>
                      <a:pt x="8412480" y="0"/>
                    </a:lnTo>
                    <a:lnTo>
                      <a:pt x="8412480" y="742850"/>
                    </a:lnTo>
                    <a:lnTo>
                      <a:pt x="0" y="74285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76346" r="0" b="-164974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66675"/>
                <a:ext cx="8412480" cy="8095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>
                    <a:solidFill>
                      <a:srgbClr val="AAAA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Descobre a linha atual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365760" y="4203607"/>
              <a:ext cx="8446351" cy="2106511"/>
              <a:chOff x="0" y="0"/>
              <a:chExt cx="8446351" cy="2106511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446388" cy="2106549"/>
              </a:xfrm>
              <a:custGeom>
                <a:avLst/>
                <a:gdLst/>
                <a:ahLst/>
                <a:cxnLst/>
                <a:rect r="r" b="b" t="t" l="l"/>
                <a:pathLst>
                  <a:path h="2106549" w="8446388">
                    <a:moveTo>
                      <a:pt x="0" y="173482"/>
                    </a:moveTo>
                    <a:cubicBezTo>
                      <a:pt x="0" y="77724"/>
                      <a:pt x="77724" y="0"/>
                      <a:pt x="173482" y="0"/>
                    </a:cubicBezTo>
                    <a:lnTo>
                      <a:pt x="8272907" y="0"/>
                    </a:lnTo>
                    <a:cubicBezTo>
                      <a:pt x="8368664" y="0"/>
                      <a:pt x="8446388" y="77724"/>
                      <a:pt x="8446388" y="173482"/>
                    </a:cubicBezTo>
                    <a:lnTo>
                      <a:pt x="8446388" y="1933067"/>
                    </a:lnTo>
                    <a:cubicBezTo>
                      <a:pt x="8446388" y="2028825"/>
                      <a:pt x="8368664" y="2106549"/>
                      <a:pt x="8272907" y="2106549"/>
                    </a:cubicBezTo>
                    <a:lnTo>
                      <a:pt x="173482" y="2106549"/>
                    </a:lnTo>
                    <a:cubicBezTo>
                      <a:pt x="77724" y="2106549"/>
                      <a:pt x="0" y="2028825"/>
                      <a:pt x="0" y="1933067"/>
                    </a:cubicBezTo>
                    <a:close/>
                  </a:path>
                </a:pathLst>
              </a:custGeom>
              <a:solidFill>
                <a:srgbClr val="0F1A0F"/>
              </a:solidFill>
              <a:ln w="25400" cap="sq">
                <a:solidFill>
                  <a:srgbClr val="9CFFFF"/>
                </a:solidFill>
                <a:prstDash val="solid"/>
                <a:miter/>
              </a:ln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382689" y="4342456"/>
              <a:ext cx="8412480" cy="1431131"/>
              <a:chOff x="0" y="0"/>
              <a:chExt cx="8412480" cy="1431131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412480" cy="1431131"/>
              </a:xfrm>
              <a:custGeom>
                <a:avLst/>
                <a:gdLst/>
                <a:ahLst/>
                <a:cxnLst/>
                <a:rect r="r" b="b" t="t" l="l"/>
                <a:pathLst>
                  <a:path h="1431131" w="8412480">
                    <a:moveTo>
                      <a:pt x="0" y="0"/>
                    </a:moveTo>
                    <a:lnTo>
                      <a:pt x="8412480" y="0"/>
                    </a:lnTo>
                    <a:lnTo>
                      <a:pt x="8412480" y="1431131"/>
                    </a:lnTo>
                    <a:lnTo>
                      <a:pt x="0" y="1431131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76200" r="0" b="-52873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8412480" cy="144065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 b="true">
                    <a:solidFill>
                      <a:srgbClr val="FFB000"/>
                    </a:solidFill>
                    <a:latin typeface="Courier New Bold"/>
                    <a:ea typeface="Courier New Bold"/>
                    <a:cs typeface="Courier New Bold"/>
                    <a:sym typeface="Courier New Bold"/>
                  </a:rPr>
                  <a:t>c = i % 80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82689" y="5488504"/>
              <a:ext cx="8412480" cy="742850"/>
              <a:chOff x="0" y="0"/>
              <a:chExt cx="8412480" cy="74285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412480" cy="742850"/>
              </a:xfrm>
              <a:custGeom>
                <a:avLst/>
                <a:gdLst/>
                <a:ahLst/>
                <a:cxnLst/>
                <a:rect r="r" b="b" t="t" l="l"/>
                <a:pathLst>
                  <a:path h="742850" w="8412480">
                    <a:moveTo>
                      <a:pt x="0" y="0"/>
                    </a:moveTo>
                    <a:lnTo>
                      <a:pt x="8412480" y="0"/>
                    </a:lnTo>
                    <a:lnTo>
                      <a:pt x="8412480" y="742850"/>
                    </a:lnTo>
                    <a:lnTo>
                      <a:pt x="0" y="74285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76346" r="0" b="-164974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66675"/>
                <a:ext cx="8412480" cy="8095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799" strike="noStrike" u="none">
                    <a:solidFill>
                      <a:srgbClr val="AAAA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Descobre o nó exato da lista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382689" y="7073464"/>
              <a:ext cx="8412480" cy="1341120"/>
              <a:chOff x="0" y="0"/>
              <a:chExt cx="8412480" cy="134112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412480" cy="1341120"/>
              </a:xfrm>
              <a:custGeom>
                <a:avLst/>
                <a:gdLst/>
                <a:ahLst/>
                <a:cxnLst/>
                <a:rect r="r" b="b" t="t" l="l"/>
                <a:pathLst>
                  <a:path h="1341120" w="8412480">
                    <a:moveTo>
                      <a:pt x="0" y="0"/>
                    </a:moveTo>
                    <a:lnTo>
                      <a:pt x="8412480" y="0"/>
                    </a:lnTo>
                    <a:lnTo>
                      <a:pt x="8412480" y="1341120"/>
                    </a:lnTo>
                    <a:lnTo>
                      <a:pt x="0" y="134112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72224" r="0" b="-72224"/>
                </a:stretch>
              </a:blip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9525"/>
                <a:ext cx="8412480" cy="13506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b="true" sz="2799">
                    <a:solidFill>
                      <a:srgbClr val="9CFFFF"/>
                    </a:solidFill>
                    <a:latin typeface="Courier New Bold"/>
                    <a:ea typeface="Courier New Bold"/>
                    <a:cs typeface="Courier New Bold"/>
                    <a:sym typeface="Courier New Bold"/>
                  </a:rPr>
                  <a:t>→ grid[r][c] = valor do pixel</a:t>
                </a:r>
              </a:p>
            </p:txBody>
          </p:sp>
        </p:grpSp>
      </p:grpSp>
      <p:sp>
        <p:nvSpPr>
          <p:cNvPr name="TextBox 54" id="54"/>
          <p:cNvSpPr txBox="true"/>
          <p:nvPr/>
        </p:nvSpPr>
        <p:spPr>
          <a:xfrm rot="0">
            <a:off x="800100" y="2302674"/>
            <a:ext cx="10039573" cy="1390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1"/>
              </a:lnSpc>
              <a:spcBef>
                <a:spcPct val="0"/>
              </a:spcBef>
            </a:pP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feixe de elétrons viaja </a:t>
            </a:r>
            <a:r>
              <a:rPr lang="en-US" b="true" sz="264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linearmente </a:t>
            </a:r>
            <a:r>
              <a:rPr lang="en-US" sz="2643" i="true" strike="noStrike" u="non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(0 a 3200).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Usa-se divisão inteira e módulo (resto) para </a:t>
            </a:r>
            <a:r>
              <a:rPr lang="en-US" b="true" sz="264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mapear 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esse avanço contínuo de volta para a nossa </a:t>
            </a:r>
            <a:r>
              <a:rPr lang="en-US" b="true" sz="264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Multilista</a:t>
            </a:r>
            <a:r>
              <a:rPr lang="en-US" sz="2643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1028700" y="670229"/>
            <a:ext cx="501016" cy="483708"/>
          </a:xfrm>
          <a:custGeom>
            <a:avLst/>
            <a:gdLst/>
            <a:ahLst/>
            <a:cxnLst/>
            <a:rect r="r" b="b" t="t" l="l"/>
            <a:pathLst>
              <a:path h="483708" w="501016">
                <a:moveTo>
                  <a:pt x="0" y="0"/>
                </a:moveTo>
                <a:lnTo>
                  <a:pt x="501016" y="0"/>
                </a:lnTo>
                <a:lnTo>
                  <a:pt x="501016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610983" y="672465"/>
            <a:ext cx="345936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TV TUBO SIMULATOR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3966" y="690162"/>
            <a:ext cx="11700067" cy="8906676"/>
          </a:xfrm>
          <a:custGeom>
            <a:avLst/>
            <a:gdLst/>
            <a:ahLst/>
            <a:cxnLst/>
            <a:rect r="r" b="b" t="t" l="l"/>
            <a:pathLst>
              <a:path h="8906676" w="11700067">
                <a:moveTo>
                  <a:pt x="0" y="0"/>
                </a:moveTo>
                <a:lnTo>
                  <a:pt x="11700068" y="0"/>
                </a:lnTo>
                <a:lnTo>
                  <a:pt x="11700068" y="8906676"/>
                </a:lnTo>
                <a:lnTo>
                  <a:pt x="0" y="8906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48579" y="437241"/>
            <a:ext cx="1182548" cy="2013627"/>
          </a:xfrm>
          <a:custGeom>
            <a:avLst/>
            <a:gdLst/>
            <a:ahLst/>
            <a:cxnLst/>
            <a:rect r="r" b="b" t="t" l="l"/>
            <a:pathLst>
              <a:path h="2013627" w="1182548">
                <a:moveTo>
                  <a:pt x="0" y="0"/>
                </a:moveTo>
                <a:lnTo>
                  <a:pt x="1182548" y="0"/>
                </a:lnTo>
                <a:lnTo>
                  <a:pt x="1182548" y="2013627"/>
                </a:lnTo>
                <a:lnTo>
                  <a:pt x="0" y="20136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87396" y="6153522"/>
            <a:ext cx="6197431" cy="3520916"/>
          </a:xfrm>
          <a:custGeom>
            <a:avLst/>
            <a:gdLst/>
            <a:ahLst/>
            <a:cxnLst/>
            <a:rect r="r" b="b" t="t" l="l"/>
            <a:pathLst>
              <a:path h="3520916" w="6197431">
                <a:moveTo>
                  <a:pt x="0" y="0"/>
                </a:moveTo>
                <a:lnTo>
                  <a:pt x="6197431" y="0"/>
                </a:lnTo>
                <a:lnTo>
                  <a:pt x="6197431" y="3520916"/>
                </a:lnTo>
                <a:lnTo>
                  <a:pt x="0" y="35209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37889" y="6153522"/>
            <a:ext cx="6012222" cy="1661559"/>
          </a:xfrm>
          <a:custGeom>
            <a:avLst/>
            <a:gdLst/>
            <a:ahLst/>
            <a:cxnLst/>
            <a:rect r="r" b="b" t="t" l="l"/>
            <a:pathLst>
              <a:path h="1661559" w="6012222">
                <a:moveTo>
                  <a:pt x="0" y="0"/>
                </a:moveTo>
                <a:lnTo>
                  <a:pt x="6012222" y="0"/>
                </a:lnTo>
                <a:lnTo>
                  <a:pt x="6012222" y="1661560"/>
                </a:lnTo>
                <a:lnTo>
                  <a:pt x="0" y="16615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48579" y="7956318"/>
            <a:ext cx="1529924" cy="1529924"/>
          </a:xfrm>
          <a:custGeom>
            <a:avLst/>
            <a:gdLst/>
            <a:ahLst/>
            <a:cxnLst/>
            <a:rect r="r" b="b" t="t" l="l"/>
            <a:pathLst>
              <a:path h="1529924" w="1529924">
                <a:moveTo>
                  <a:pt x="0" y="0"/>
                </a:moveTo>
                <a:lnTo>
                  <a:pt x="1529924" y="0"/>
                </a:lnTo>
                <a:lnTo>
                  <a:pt x="1529924" y="1529923"/>
                </a:lnTo>
                <a:lnTo>
                  <a:pt x="0" y="15299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97005" y="690162"/>
            <a:ext cx="1833523" cy="2418315"/>
          </a:xfrm>
          <a:custGeom>
            <a:avLst/>
            <a:gdLst/>
            <a:ahLst/>
            <a:cxnLst/>
            <a:rect r="r" b="b" t="t" l="l"/>
            <a:pathLst>
              <a:path h="2418315" w="1833523">
                <a:moveTo>
                  <a:pt x="0" y="0"/>
                </a:moveTo>
                <a:lnTo>
                  <a:pt x="1833523" y="0"/>
                </a:lnTo>
                <a:lnTo>
                  <a:pt x="1833523" y="2418315"/>
                </a:lnTo>
                <a:lnTo>
                  <a:pt x="0" y="24183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03773" y="4150226"/>
            <a:ext cx="9880455" cy="200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3"/>
              </a:lnSpc>
            </a:pPr>
            <a:r>
              <a:rPr lang="en-US" sz="18122" spc="-851">
                <a:solidFill>
                  <a:srgbClr val="9CFFFF"/>
                </a:solidFill>
                <a:latin typeface="VT323"/>
                <a:ea typeface="VT323"/>
                <a:cs typeface="VT323"/>
                <a:sym typeface="VT323"/>
              </a:rPr>
              <a:t>DEMONSTRAÇÃO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74651" y="2287033"/>
            <a:ext cx="8338699" cy="5712935"/>
            <a:chOff x="0" y="0"/>
            <a:chExt cx="11118265" cy="761724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58069"/>
              <a:ext cx="11118265" cy="61591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63"/>
                </a:lnSpc>
                <a:spcBef>
                  <a:spcPct val="0"/>
                </a:spcBef>
              </a:pPr>
              <a:r>
                <a:rPr lang="en-US" sz="5259" spc="331">
                  <a:solidFill>
                    <a:srgbClr val="F2F2F4"/>
                  </a:solidFill>
                  <a:latin typeface="Computer Says No"/>
                  <a:ea typeface="Computer Says No"/>
                  <a:cs typeface="Computer Says No"/>
                  <a:sym typeface="Computer Says No"/>
                </a:rPr>
                <a:t>ARTHUR DE AZEVEDO GRAZZIA</a:t>
              </a:r>
            </a:p>
            <a:p>
              <a:pPr algn="ctr">
                <a:lnSpc>
                  <a:spcPts val="7363"/>
                </a:lnSpc>
                <a:spcBef>
                  <a:spcPct val="0"/>
                </a:spcBef>
              </a:pPr>
              <a:r>
                <a:rPr lang="en-US" sz="5259" spc="331">
                  <a:solidFill>
                    <a:srgbClr val="F2F2F4"/>
                  </a:solidFill>
                  <a:latin typeface="Computer Says No"/>
                  <a:ea typeface="Computer Says No"/>
                  <a:cs typeface="Computer Says No"/>
                  <a:sym typeface="Computer Says No"/>
                </a:rPr>
                <a:t>JOÃO HERMAN SOUZA DE ARAÚJO</a:t>
              </a:r>
            </a:p>
            <a:p>
              <a:pPr algn="ctr">
                <a:lnSpc>
                  <a:spcPts val="7363"/>
                </a:lnSpc>
                <a:spcBef>
                  <a:spcPct val="0"/>
                </a:spcBef>
              </a:pPr>
              <a:r>
                <a:rPr lang="en-US" sz="5259" spc="331">
                  <a:solidFill>
                    <a:srgbClr val="F2F2F4"/>
                  </a:solidFill>
                  <a:latin typeface="Computer Says No"/>
                  <a:ea typeface="Computer Says No"/>
                  <a:cs typeface="Computer Says No"/>
                  <a:sym typeface="Computer Says No"/>
                </a:rPr>
                <a:t>JOÃO VITOR VITAL LEÃO</a:t>
              </a:r>
            </a:p>
            <a:p>
              <a:pPr algn="ctr">
                <a:lnSpc>
                  <a:spcPts val="7363"/>
                </a:lnSpc>
                <a:spcBef>
                  <a:spcPct val="0"/>
                </a:spcBef>
              </a:pPr>
              <a:r>
                <a:rPr lang="en-US" sz="5259" spc="331">
                  <a:solidFill>
                    <a:srgbClr val="F2F2F4"/>
                  </a:solidFill>
                  <a:latin typeface="Computer Says No"/>
                  <a:ea typeface="Computer Says No"/>
                  <a:cs typeface="Computer Says No"/>
                  <a:sym typeface="Computer Says No"/>
                </a:rPr>
                <a:t>RENATO VELOSO PIRES FILHO</a:t>
              </a:r>
            </a:p>
            <a:p>
              <a:pPr algn="ctr">
                <a:lnSpc>
                  <a:spcPts val="7363"/>
                </a:lnSpc>
                <a:spcBef>
                  <a:spcPct val="0"/>
                </a:spcBef>
              </a:pPr>
              <a:r>
                <a:rPr lang="en-US" sz="5259" spc="331">
                  <a:solidFill>
                    <a:srgbClr val="F2F2F4"/>
                  </a:solidFill>
                  <a:latin typeface="Computer Says No"/>
                  <a:ea typeface="Computer Says No"/>
                  <a:cs typeface="Computer Says No"/>
                  <a:sym typeface="Computer Says No"/>
                </a:rPr>
                <a:t>WILSON FERNANDES CARNEIRO JÚNIOR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2697915" y="438150"/>
              <a:ext cx="5722436" cy="9121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38"/>
                </a:lnSpc>
              </a:pPr>
              <a:r>
                <a:rPr lang="en-US" sz="6677" spc="166">
                  <a:solidFill>
                    <a:srgbClr val="F2F2F4"/>
                  </a:solidFill>
                  <a:latin typeface="Computer Says No"/>
                  <a:ea typeface="Computer Says No"/>
                  <a:cs typeface="Computer Says No"/>
                  <a:sym typeface="Computer Says No"/>
                </a:rPr>
                <a:t>GRUPO 12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DAHMnvtmWE4</dc:identifier>
  <dcterms:modified xsi:type="dcterms:W3CDTF">2011-08-01T06:04:30Z</dcterms:modified>
  <cp:revision>1</cp:revision>
  <dc:title>TV TUBO SIMULATOR</dc:title>
</cp:coreProperties>
</file>